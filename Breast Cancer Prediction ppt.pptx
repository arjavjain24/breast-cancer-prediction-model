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5" r:id="rId5"/>
    <p:sldId id="259" r:id="rId6"/>
    <p:sldId id="270" r:id="rId7"/>
    <p:sldId id="266" r:id="rId8"/>
    <p:sldId id="267" r:id="rId9"/>
    <p:sldId id="268" r:id="rId10"/>
    <p:sldId id="271" r:id="rId11"/>
    <p:sldId id="272" r:id="rId12"/>
    <p:sldId id="273" r:id="rId13"/>
    <p:sldId id="274" r:id="rId14"/>
    <p:sldId id="275" r:id="rId15"/>
    <p:sldId id="260" r:id="rId16"/>
    <p:sldId id="261" r:id="rId17"/>
    <p:sldId id="262" r:id="rId18"/>
    <p:sldId id="263" r:id="rId19"/>
    <p:sldId id="278" r:id="rId20"/>
    <p:sldId id="276" r:id="rId21"/>
  </p:sldIdLst>
  <p:sldSz cx="18300700" cy="10299700"/>
  <p:notesSz cx="18300700" cy="102997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2AE366-260E-47B7-A425-5F158D3CEE78}" v="83" dt="2024-08-01T03:42:38.83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946" y="1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yam Bansal" userId="d5654fac7e6afa04" providerId="LiveId" clId="{462AE366-260E-47B7-A425-5F158D3CEE78}"/>
    <pc:docChg chg="undo custSel addSld delSld modSld sldOrd">
      <pc:chgData name="Swayam Bansal" userId="d5654fac7e6afa04" providerId="LiveId" clId="{462AE366-260E-47B7-A425-5F158D3CEE78}" dt="2024-08-01T03:43:41.865" v="3300" actId="403"/>
      <pc:docMkLst>
        <pc:docMk/>
      </pc:docMkLst>
      <pc:sldChg chg="addSp delSp modSp mod">
        <pc:chgData name="Swayam Bansal" userId="d5654fac7e6afa04" providerId="LiveId" clId="{462AE366-260E-47B7-A425-5F158D3CEE78}" dt="2024-08-01T03:38:37.878" v="3023" actId="1076"/>
        <pc:sldMkLst>
          <pc:docMk/>
          <pc:sldMk cId="0" sldId="260"/>
        </pc:sldMkLst>
        <pc:spChg chg="mod">
          <ac:chgData name="Swayam Bansal" userId="d5654fac7e6afa04" providerId="LiveId" clId="{462AE366-260E-47B7-A425-5F158D3CEE78}" dt="2024-08-01T03:38:37.878" v="3023" actId="1076"/>
          <ac:spMkLst>
            <pc:docMk/>
            <pc:sldMk cId="0" sldId="260"/>
            <ac:spMk id="27" creationId="{00000000-0000-0000-0000-000000000000}"/>
          </ac:spMkLst>
        </pc:spChg>
        <pc:picChg chg="add del mod">
          <ac:chgData name="Swayam Bansal" userId="d5654fac7e6afa04" providerId="LiveId" clId="{462AE366-260E-47B7-A425-5F158D3CEE78}" dt="2024-08-01T03:38:32.438" v="3022" actId="478"/>
          <ac:picMkLst>
            <pc:docMk/>
            <pc:sldMk cId="0" sldId="260"/>
            <ac:picMk id="25" creationId="{00000000-0000-0000-0000-000000000000}"/>
          </ac:picMkLst>
        </pc:picChg>
        <pc:picChg chg="add del mod">
          <ac:chgData name="Swayam Bansal" userId="d5654fac7e6afa04" providerId="LiveId" clId="{462AE366-260E-47B7-A425-5F158D3CEE78}" dt="2024-08-01T03:38:30.281" v="3021" actId="478"/>
          <ac:picMkLst>
            <pc:docMk/>
            <pc:sldMk cId="0" sldId="260"/>
            <ac:picMk id="26" creationId="{00000000-0000-0000-0000-000000000000}"/>
          </ac:picMkLst>
        </pc:picChg>
      </pc:sldChg>
      <pc:sldChg chg="delSp modSp mod">
        <pc:chgData name="Swayam Bansal" userId="d5654fac7e6afa04" providerId="LiveId" clId="{462AE366-260E-47B7-A425-5F158D3CEE78}" dt="2024-08-01T03:39:50.059" v="3053" actId="14100"/>
        <pc:sldMkLst>
          <pc:docMk/>
          <pc:sldMk cId="0" sldId="262"/>
        </pc:sldMkLst>
        <pc:spChg chg="mod">
          <ac:chgData name="Swayam Bansal" userId="d5654fac7e6afa04" providerId="LiveId" clId="{462AE366-260E-47B7-A425-5F158D3CEE78}" dt="2024-08-01T03:39:50.059" v="3053" actId="14100"/>
          <ac:spMkLst>
            <pc:docMk/>
            <pc:sldMk cId="0" sldId="262"/>
            <ac:spMk id="28" creationId="{00000000-0000-0000-0000-000000000000}"/>
          </ac:spMkLst>
        </pc:spChg>
        <pc:grpChg chg="mod">
          <ac:chgData name="Swayam Bansal" userId="d5654fac7e6afa04" providerId="LiveId" clId="{462AE366-260E-47B7-A425-5F158D3CEE78}" dt="2024-08-01T03:38:55.643" v="3025" actId="1076"/>
          <ac:grpSpMkLst>
            <pc:docMk/>
            <pc:sldMk cId="0" sldId="262"/>
            <ac:grpSpMk id="2" creationId="{00000000-0000-0000-0000-000000000000}"/>
          </ac:grpSpMkLst>
        </pc:grpChg>
        <pc:picChg chg="del">
          <ac:chgData name="Swayam Bansal" userId="d5654fac7e6afa04" providerId="LiveId" clId="{462AE366-260E-47B7-A425-5F158D3CEE78}" dt="2024-08-01T03:39:00.295" v="3027" actId="478"/>
          <ac:picMkLst>
            <pc:docMk/>
            <pc:sldMk cId="0" sldId="262"/>
            <ac:picMk id="27" creationId="{00000000-0000-0000-0000-000000000000}"/>
          </ac:picMkLst>
        </pc:picChg>
      </pc:sldChg>
      <pc:sldChg chg="addSp delSp modSp mod">
        <pc:chgData name="Swayam Bansal" userId="d5654fac7e6afa04" providerId="LiveId" clId="{462AE366-260E-47B7-A425-5F158D3CEE78}" dt="2024-08-01T03:41:34.057" v="3153"/>
        <pc:sldMkLst>
          <pc:docMk/>
          <pc:sldMk cId="0" sldId="263"/>
        </pc:sldMkLst>
        <pc:spChg chg="mod">
          <ac:chgData name="Swayam Bansal" userId="d5654fac7e6afa04" providerId="LiveId" clId="{462AE366-260E-47B7-A425-5F158D3CEE78}" dt="2024-08-01T03:41:33.219" v="3151" actId="1076"/>
          <ac:spMkLst>
            <pc:docMk/>
            <pc:sldMk cId="0" sldId="263"/>
            <ac:spMk id="22" creationId="{00000000-0000-0000-0000-000000000000}"/>
          </ac:spMkLst>
        </pc:spChg>
        <pc:spChg chg="del mod">
          <ac:chgData name="Swayam Bansal" userId="d5654fac7e6afa04" providerId="LiveId" clId="{462AE366-260E-47B7-A425-5F158D3CEE78}" dt="2024-08-01T03:41:34.057" v="3153"/>
          <ac:spMkLst>
            <pc:docMk/>
            <pc:sldMk cId="0" sldId="263"/>
            <ac:spMk id="23" creationId="{00000000-0000-0000-0000-000000000000}"/>
          </ac:spMkLst>
        </pc:spChg>
        <pc:grpChg chg="add del">
          <ac:chgData name="Swayam Bansal" userId="d5654fac7e6afa04" providerId="LiveId" clId="{462AE366-260E-47B7-A425-5F158D3CEE78}" dt="2024-08-01T03:40:57.987" v="3130" actId="478"/>
          <ac:grpSpMkLst>
            <pc:docMk/>
            <pc:sldMk cId="0" sldId="263"/>
            <ac:grpSpMk id="24" creationId="{00000000-0000-0000-0000-000000000000}"/>
          </ac:grpSpMkLst>
        </pc:grpChg>
        <pc:grpChg chg="add del">
          <ac:chgData name="Swayam Bansal" userId="d5654fac7e6afa04" providerId="LiveId" clId="{462AE366-260E-47B7-A425-5F158D3CEE78}" dt="2024-08-01T03:41:05.883" v="3132" actId="478"/>
          <ac:grpSpMkLst>
            <pc:docMk/>
            <pc:sldMk cId="0" sldId="263"/>
            <ac:grpSpMk id="27" creationId="{00000000-0000-0000-0000-000000000000}"/>
          </ac:grpSpMkLst>
        </pc:grpChg>
        <pc:grpChg chg="add del">
          <ac:chgData name="Swayam Bansal" userId="d5654fac7e6afa04" providerId="LiveId" clId="{462AE366-260E-47B7-A425-5F158D3CEE78}" dt="2024-08-01T03:41:03.909" v="3131" actId="478"/>
          <ac:grpSpMkLst>
            <pc:docMk/>
            <pc:sldMk cId="0" sldId="263"/>
            <ac:grpSpMk id="30" creationId="{00000000-0000-0000-0000-000000000000}"/>
          </ac:grpSpMkLst>
        </pc:grpChg>
      </pc:sldChg>
      <pc:sldChg chg="addSp delSp modSp new del mod ord">
        <pc:chgData name="Swayam Bansal" userId="d5654fac7e6afa04" providerId="LiveId" clId="{462AE366-260E-47B7-A425-5F158D3CEE78}" dt="2024-07-31T06:38:11.369" v="97" actId="2696"/>
        <pc:sldMkLst>
          <pc:docMk/>
          <pc:sldMk cId="533148368" sldId="264"/>
        </pc:sldMkLst>
        <pc:spChg chg="mod">
          <ac:chgData name="Swayam Bansal" userId="d5654fac7e6afa04" providerId="LiveId" clId="{462AE366-260E-47B7-A425-5F158D3CEE78}" dt="2024-07-31T06:37:44.834" v="87" actId="20577"/>
          <ac:spMkLst>
            <pc:docMk/>
            <pc:sldMk cId="533148368" sldId="264"/>
            <ac:spMk id="2" creationId="{EE12881F-8AA1-E90D-643C-8E829F851545}"/>
          </ac:spMkLst>
        </pc:spChg>
        <pc:spChg chg="add del mod">
          <ac:chgData name="Swayam Bansal" userId="d5654fac7e6afa04" providerId="LiveId" clId="{462AE366-260E-47B7-A425-5F158D3CEE78}" dt="2024-07-31T06:38:09.414" v="96"/>
          <ac:spMkLst>
            <pc:docMk/>
            <pc:sldMk cId="533148368" sldId="264"/>
            <ac:spMk id="4" creationId="{88A0CAF6-A363-80BC-BCE6-92B45FC719EC}"/>
          </ac:spMkLst>
        </pc:spChg>
        <pc:picChg chg="add mod">
          <ac:chgData name="Swayam Bansal" userId="d5654fac7e6afa04" providerId="LiveId" clId="{462AE366-260E-47B7-A425-5F158D3CEE78}" dt="2024-07-31T06:37:25.345" v="35"/>
          <ac:picMkLst>
            <pc:docMk/>
            <pc:sldMk cId="533148368" sldId="264"/>
            <ac:picMk id="3" creationId="{6EBE07AE-AE4F-1666-5C51-93A873143DEB}"/>
          </ac:picMkLst>
        </pc:picChg>
      </pc:sldChg>
      <pc:sldChg chg="new del">
        <pc:chgData name="Swayam Bansal" userId="d5654fac7e6afa04" providerId="LiveId" clId="{462AE366-260E-47B7-A425-5F158D3CEE78}" dt="2024-07-31T06:34:08.221" v="1" actId="2696"/>
        <pc:sldMkLst>
          <pc:docMk/>
          <pc:sldMk cId="2587620942" sldId="264"/>
        </pc:sldMkLst>
      </pc:sldChg>
      <pc:sldChg chg="new del">
        <pc:chgData name="Swayam Bansal" userId="d5654fac7e6afa04" providerId="LiveId" clId="{462AE366-260E-47B7-A425-5F158D3CEE78}" dt="2024-07-31T06:36:59.912" v="29" actId="2696"/>
        <pc:sldMkLst>
          <pc:docMk/>
          <pc:sldMk cId="2883697778" sldId="264"/>
        </pc:sldMkLst>
      </pc:sldChg>
      <pc:sldChg chg="addSp delSp modSp new del mod">
        <pc:chgData name="Swayam Bansal" userId="d5654fac7e6afa04" providerId="LiveId" clId="{462AE366-260E-47B7-A425-5F158D3CEE78}" dt="2024-08-01T02:32:42.210" v="486" actId="47"/>
        <pc:sldMkLst>
          <pc:docMk/>
          <pc:sldMk cId="4077561981" sldId="264"/>
        </pc:sldMkLst>
        <pc:spChg chg="mod">
          <ac:chgData name="Swayam Bansal" userId="d5654fac7e6afa04" providerId="LiveId" clId="{462AE366-260E-47B7-A425-5F158D3CEE78}" dt="2024-07-31T06:35:31.612" v="24" actId="20577"/>
          <ac:spMkLst>
            <pc:docMk/>
            <pc:sldMk cId="4077561981" sldId="264"/>
            <ac:spMk id="2" creationId="{00000000-0000-0000-0000-000000000000}"/>
          </ac:spMkLst>
        </pc:spChg>
        <pc:spChg chg="del mod">
          <ac:chgData name="Swayam Bansal" userId="d5654fac7e6afa04" providerId="LiveId" clId="{462AE366-260E-47B7-A425-5F158D3CEE78}" dt="2024-07-31T06:43:21.517" v="466" actId="21"/>
          <ac:spMkLst>
            <pc:docMk/>
            <pc:sldMk cId="4077561981" sldId="264"/>
            <ac:spMk id="2" creationId="{643963B4-A212-34FB-1FF3-4C488EC08DC7}"/>
          </ac:spMkLst>
        </pc:spChg>
        <pc:spChg chg="add del mod">
          <ac:chgData name="Swayam Bansal" userId="d5654fac7e6afa04" providerId="LiveId" clId="{462AE366-260E-47B7-A425-5F158D3CEE78}" dt="2024-07-31T06:44:03.099" v="477" actId="21"/>
          <ac:spMkLst>
            <pc:docMk/>
            <pc:sldMk cId="4077561981" sldId="264"/>
            <ac:spMk id="4" creationId="{BFE246E4-D05F-E902-DEDE-06619D89DC17}"/>
          </ac:spMkLst>
        </pc:spChg>
        <pc:spChg chg="add mod">
          <ac:chgData name="Swayam Bansal" userId="d5654fac7e6afa04" providerId="LiveId" clId="{462AE366-260E-47B7-A425-5F158D3CEE78}" dt="2024-07-31T06:43:21.517" v="466" actId="21"/>
          <ac:spMkLst>
            <pc:docMk/>
            <pc:sldMk cId="4077561981" sldId="264"/>
            <ac:spMk id="6" creationId="{E6154B62-74F4-91C0-3895-2920ECBF200C}"/>
          </ac:spMkLst>
        </pc:spChg>
        <pc:picChg chg="add del mod">
          <ac:chgData name="Swayam Bansal" userId="d5654fac7e6afa04" providerId="LiveId" clId="{462AE366-260E-47B7-A425-5F158D3CEE78}" dt="2024-07-31T06:44:14.728" v="480" actId="21"/>
          <ac:picMkLst>
            <pc:docMk/>
            <pc:sldMk cId="4077561981" sldId="264"/>
            <ac:picMk id="3" creationId="{12669250-CE33-46B8-6AE6-33B563D6453C}"/>
          </ac:picMkLst>
        </pc:picChg>
      </pc:sldChg>
      <pc:sldChg chg="add del">
        <pc:chgData name="Swayam Bansal" userId="d5654fac7e6afa04" providerId="LiveId" clId="{462AE366-260E-47B7-A425-5F158D3CEE78}" dt="2024-07-31T06:35:45.571" v="27" actId="2696"/>
        <pc:sldMkLst>
          <pc:docMk/>
          <pc:sldMk cId="451713514" sldId="265"/>
        </pc:sldMkLst>
      </pc:sldChg>
      <pc:sldChg chg="addSp delSp modSp add mod">
        <pc:chgData name="Swayam Bansal" userId="d5654fac7e6afa04" providerId="LiveId" clId="{462AE366-260E-47B7-A425-5F158D3CEE78}" dt="2024-07-31T07:23:54.139" v="485" actId="1076"/>
        <pc:sldMkLst>
          <pc:docMk/>
          <pc:sldMk cId="1928557576" sldId="265"/>
        </pc:sldMkLst>
        <pc:spChg chg="mod">
          <ac:chgData name="Swayam Bansal" userId="d5654fac7e6afa04" providerId="LiveId" clId="{462AE366-260E-47B7-A425-5F158D3CEE78}" dt="2024-07-31T06:44:23.693" v="482" actId="1076"/>
          <ac:spMkLst>
            <pc:docMk/>
            <pc:sldMk cId="1928557576" sldId="265"/>
            <ac:spMk id="23" creationId="{00000000-0000-0000-0000-000000000000}"/>
          </ac:spMkLst>
        </pc:spChg>
        <pc:spChg chg="del">
          <ac:chgData name="Swayam Bansal" userId="d5654fac7e6afa04" providerId="LiveId" clId="{462AE366-260E-47B7-A425-5F158D3CEE78}" dt="2024-07-31T06:43:31.327" v="468" actId="478"/>
          <ac:spMkLst>
            <pc:docMk/>
            <pc:sldMk cId="1928557576" sldId="265"/>
            <ac:spMk id="26" creationId="{00000000-0000-0000-0000-000000000000}"/>
          </ac:spMkLst>
        </pc:spChg>
        <pc:spChg chg="del">
          <ac:chgData name="Swayam Bansal" userId="d5654fac7e6afa04" providerId="LiveId" clId="{462AE366-260E-47B7-A425-5F158D3CEE78}" dt="2024-07-31T06:43:46.102" v="472" actId="478"/>
          <ac:spMkLst>
            <pc:docMk/>
            <pc:sldMk cId="1928557576" sldId="265"/>
            <ac:spMk id="29" creationId="{00000000-0000-0000-0000-000000000000}"/>
          </ac:spMkLst>
        </pc:spChg>
        <pc:spChg chg="add mod">
          <ac:chgData name="Swayam Bansal" userId="d5654fac7e6afa04" providerId="LiveId" clId="{462AE366-260E-47B7-A425-5F158D3CEE78}" dt="2024-07-31T07:23:38.646" v="483" actId="1076"/>
          <ac:spMkLst>
            <pc:docMk/>
            <pc:sldMk cId="1928557576" sldId="265"/>
            <ac:spMk id="30" creationId="{643963B4-A212-34FB-1FF3-4C488EC08DC7}"/>
          </ac:spMkLst>
        </pc:spChg>
        <pc:spChg chg="add del mod">
          <ac:chgData name="Swayam Bansal" userId="d5654fac7e6afa04" providerId="LiveId" clId="{462AE366-260E-47B7-A425-5F158D3CEE78}" dt="2024-07-31T06:43:36.148" v="470" actId="478"/>
          <ac:spMkLst>
            <pc:docMk/>
            <pc:sldMk cId="1928557576" sldId="265"/>
            <ac:spMk id="32" creationId="{45781DE8-087E-7F8D-302D-E3106817A720}"/>
          </ac:spMkLst>
        </pc:spChg>
        <pc:spChg chg="add mod">
          <ac:chgData name="Swayam Bansal" userId="d5654fac7e6afa04" providerId="LiveId" clId="{462AE366-260E-47B7-A425-5F158D3CEE78}" dt="2024-07-31T07:23:54.139" v="485" actId="1076"/>
          <ac:spMkLst>
            <pc:docMk/>
            <pc:sldMk cId="1928557576" sldId="265"/>
            <ac:spMk id="33" creationId="{BFE246E4-D05F-E902-DEDE-06619D89DC17}"/>
          </ac:spMkLst>
        </pc:spChg>
        <pc:grpChg chg="mod">
          <ac:chgData name="Swayam Bansal" userId="d5654fac7e6afa04" providerId="LiveId" clId="{462AE366-260E-47B7-A425-5F158D3CEE78}" dt="2024-07-31T07:23:43.202" v="484" actId="1076"/>
          <ac:grpSpMkLst>
            <pc:docMk/>
            <pc:sldMk cId="1928557576" sldId="265"/>
            <ac:grpSpMk id="2" creationId="{00000000-0000-0000-0000-000000000000}"/>
          </ac:grpSpMkLst>
        </pc:grpChg>
        <pc:picChg chg="del">
          <ac:chgData name="Swayam Bansal" userId="d5654fac7e6afa04" providerId="LiveId" clId="{462AE366-260E-47B7-A425-5F158D3CEE78}" dt="2024-07-31T06:43:53.910" v="475" actId="478"/>
          <ac:picMkLst>
            <pc:docMk/>
            <pc:sldMk cId="1928557576" sldId="265"/>
            <ac:picMk id="27" creationId="{00000000-0000-0000-0000-000000000000}"/>
          </ac:picMkLst>
        </pc:picChg>
        <pc:picChg chg="del">
          <ac:chgData name="Swayam Bansal" userId="d5654fac7e6afa04" providerId="LiveId" clId="{462AE366-260E-47B7-A425-5F158D3CEE78}" dt="2024-07-31T06:43:48.825" v="473" actId="478"/>
          <ac:picMkLst>
            <pc:docMk/>
            <pc:sldMk cId="1928557576" sldId="265"/>
            <ac:picMk id="28" creationId="{00000000-0000-0000-0000-000000000000}"/>
          </ac:picMkLst>
        </pc:picChg>
        <pc:picChg chg="add mod">
          <ac:chgData name="Swayam Bansal" userId="d5654fac7e6afa04" providerId="LiveId" clId="{462AE366-260E-47B7-A425-5F158D3CEE78}" dt="2024-07-31T06:44:17.517" v="481"/>
          <ac:picMkLst>
            <pc:docMk/>
            <pc:sldMk cId="1928557576" sldId="265"/>
            <ac:picMk id="34" creationId="{12669250-CE33-46B8-6AE6-33B563D6453C}"/>
          </ac:picMkLst>
        </pc:picChg>
      </pc:sldChg>
      <pc:sldChg chg="new del">
        <pc:chgData name="Swayam Bansal" userId="d5654fac7e6afa04" providerId="LiveId" clId="{462AE366-260E-47B7-A425-5F158D3CEE78}" dt="2024-08-01T02:32:59.754" v="488" actId="47"/>
        <pc:sldMkLst>
          <pc:docMk/>
          <pc:sldMk cId="491558075" sldId="266"/>
        </pc:sldMkLst>
      </pc:sldChg>
      <pc:sldChg chg="new del">
        <pc:chgData name="Swayam Bansal" userId="d5654fac7e6afa04" providerId="LiveId" clId="{462AE366-260E-47B7-A425-5F158D3CEE78}" dt="2024-08-01T02:33:06.202" v="490" actId="47"/>
        <pc:sldMkLst>
          <pc:docMk/>
          <pc:sldMk cId="1948479196" sldId="266"/>
        </pc:sldMkLst>
      </pc:sldChg>
      <pc:sldChg chg="addSp delSp modSp new mod ord">
        <pc:chgData name="Swayam Bansal" userId="d5654fac7e6afa04" providerId="LiveId" clId="{462AE366-260E-47B7-A425-5F158D3CEE78}" dt="2024-08-01T02:39:10.434" v="576" actId="20577"/>
        <pc:sldMkLst>
          <pc:docMk/>
          <pc:sldMk cId="2095036508" sldId="266"/>
        </pc:sldMkLst>
        <pc:spChg chg="mod">
          <ac:chgData name="Swayam Bansal" userId="d5654fac7e6afa04" providerId="LiveId" clId="{462AE366-260E-47B7-A425-5F158D3CEE78}" dt="2024-08-01T02:34:09.020" v="532" actId="403"/>
          <ac:spMkLst>
            <pc:docMk/>
            <pc:sldMk cId="2095036508" sldId="266"/>
            <ac:spMk id="2" creationId="{CBFF0647-2273-B302-952F-91319A7AE091}"/>
          </ac:spMkLst>
        </pc:spChg>
        <pc:spChg chg="add del mod">
          <ac:chgData name="Swayam Bansal" userId="d5654fac7e6afa04" providerId="LiveId" clId="{462AE366-260E-47B7-A425-5F158D3CEE78}" dt="2024-08-01T02:37:12.938" v="542"/>
          <ac:spMkLst>
            <pc:docMk/>
            <pc:sldMk cId="2095036508" sldId="266"/>
            <ac:spMk id="5" creationId="{BD1F9187-336D-3114-3CA8-545C01F48670}"/>
          </ac:spMkLst>
        </pc:spChg>
        <pc:spChg chg="add del mod">
          <ac:chgData name="Swayam Bansal" userId="d5654fac7e6afa04" providerId="LiveId" clId="{462AE366-260E-47B7-A425-5F158D3CEE78}" dt="2024-08-01T02:37:12.939" v="544"/>
          <ac:spMkLst>
            <pc:docMk/>
            <pc:sldMk cId="2095036508" sldId="266"/>
            <ac:spMk id="6" creationId="{AC785D4C-CC8C-59BF-E5EC-2FEE1193539F}"/>
          </ac:spMkLst>
        </pc:spChg>
        <pc:spChg chg="add del mod">
          <ac:chgData name="Swayam Bansal" userId="d5654fac7e6afa04" providerId="LiveId" clId="{462AE366-260E-47B7-A425-5F158D3CEE78}" dt="2024-08-01T02:37:41.534" v="547" actId="478"/>
          <ac:spMkLst>
            <pc:docMk/>
            <pc:sldMk cId="2095036508" sldId="266"/>
            <ac:spMk id="7" creationId="{40364393-B49E-79E4-8942-B6D0B533798C}"/>
          </ac:spMkLst>
        </pc:spChg>
        <pc:spChg chg="add mod">
          <ac:chgData name="Swayam Bansal" userId="d5654fac7e6afa04" providerId="LiveId" clId="{462AE366-260E-47B7-A425-5F158D3CEE78}" dt="2024-08-01T02:39:10.434" v="576" actId="20577"/>
          <ac:spMkLst>
            <pc:docMk/>
            <pc:sldMk cId="2095036508" sldId="266"/>
            <ac:spMk id="8" creationId="{3731951D-DABE-952C-6170-B2466E062159}"/>
          </ac:spMkLst>
        </pc:spChg>
        <pc:picChg chg="add del mod">
          <ac:chgData name="Swayam Bansal" userId="d5654fac7e6afa04" providerId="LiveId" clId="{462AE366-260E-47B7-A425-5F158D3CEE78}" dt="2024-08-01T02:34:39.765" v="534" actId="478"/>
          <ac:picMkLst>
            <pc:docMk/>
            <pc:sldMk cId="2095036508" sldId="266"/>
            <ac:picMk id="3" creationId="{624B9CAD-0726-4433-840E-F9841F2953C7}"/>
          </ac:picMkLst>
        </pc:picChg>
        <pc:picChg chg="add del mod">
          <ac:chgData name="Swayam Bansal" userId="d5654fac7e6afa04" providerId="LiveId" clId="{462AE366-260E-47B7-A425-5F158D3CEE78}" dt="2024-08-01T02:34:56.973" v="536" actId="478"/>
          <ac:picMkLst>
            <pc:docMk/>
            <pc:sldMk cId="2095036508" sldId="266"/>
            <ac:picMk id="4" creationId="{624B9CAD-0726-4433-840E-F9841F2953C7}"/>
          </ac:picMkLst>
        </pc:picChg>
      </pc:sldChg>
      <pc:sldChg chg="addSp delSp modSp new mod">
        <pc:chgData name="Swayam Bansal" userId="d5654fac7e6afa04" providerId="LiveId" clId="{462AE366-260E-47B7-A425-5F158D3CEE78}" dt="2024-08-01T02:46:18.684" v="869" actId="113"/>
        <pc:sldMkLst>
          <pc:docMk/>
          <pc:sldMk cId="132204174" sldId="267"/>
        </pc:sldMkLst>
        <pc:spChg chg="del">
          <ac:chgData name="Swayam Bansal" userId="d5654fac7e6afa04" providerId="LiveId" clId="{462AE366-260E-47B7-A425-5F158D3CEE78}" dt="2024-08-01T02:40:49.688" v="584" actId="478"/>
          <ac:spMkLst>
            <pc:docMk/>
            <pc:sldMk cId="132204174" sldId="267"/>
            <ac:spMk id="2" creationId="{E79DD09D-CC11-2F02-78B3-76B8AF207385}"/>
          </ac:spMkLst>
        </pc:spChg>
        <pc:spChg chg="add del mod">
          <ac:chgData name="Swayam Bansal" userId="d5654fac7e6afa04" providerId="LiveId" clId="{462AE366-260E-47B7-A425-5F158D3CEE78}" dt="2024-08-01T02:40:39.567" v="580" actId="478"/>
          <ac:spMkLst>
            <pc:docMk/>
            <pc:sldMk cId="132204174" sldId="267"/>
            <ac:spMk id="3" creationId="{BCDDE28B-69E6-859E-C41B-10429D431E4E}"/>
          </ac:spMkLst>
        </pc:spChg>
        <pc:spChg chg="add mod">
          <ac:chgData name="Swayam Bansal" userId="d5654fac7e6afa04" providerId="LiveId" clId="{462AE366-260E-47B7-A425-5F158D3CEE78}" dt="2024-08-01T02:46:18.684" v="869" actId="113"/>
          <ac:spMkLst>
            <pc:docMk/>
            <pc:sldMk cId="132204174" sldId="267"/>
            <ac:spMk id="5" creationId="{5B6399E5-CB88-81BB-0E46-8BC605E00E40}"/>
          </ac:spMkLst>
        </pc:spChg>
        <pc:picChg chg="add mod">
          <ac:chgData name="Swayam Bansal" userId="d5654fac7e6afa04" providerId="LiveId" clId="{462AE366-260E-47B7-A425-5F158D3CEE78}" dt="2024-08-01T02:40:58.382" v="588" actId="1076"/>
          <ac:picMkLst>
            <pc:docMk/>
            <pc:sldMk cId="132204174" sldId="267"/>
            <ac:picMk id="4" creationId="{50BCD4AF-0539-25EB-4425-86F8832B8F4E}"/>
          </ac:picMkLst>
        </pc:picChg>
      </pc:sldChg>
      <pc:sldChg chg="addSp modSp new mod">
        <pc:chgData name="Swayam Bansal" userId="d5654fac7e6afa04" providerId="LiveId" clId="{462AE366-260E-47B7-A425-5F158D3CEE78}" dt="2024-08-01T02:58:42.702" v="1152" actId="20577"/>
        <pc:sldMkLst>
          <pc:docMk/>
          <pc:sldMk cId="1505292122" sldId="268"/>
        </pc:sldMkLst>
        <pc:spChg chg="mod">
          <ac:chgData name="Swayam Bansal" userId="d5654fac7e6afa04" providerId="LiveId" clId="{462AE366-260E-47B7-A425-5F158D3CEE78}" dt="2024-08-01T02:55:33.545" v="1027" actId="20577"/>
          <ac:spMkLst>
            <pc:docMk/>
            <pc:sldMk cId="1505292122" sldId="268"/>
            <ac:spMk id="2" creationId="{9093DFB4-AAEC-75DD-4281-4F74D74A00F4}"/>
          </ac:spMkLst>
        </pc:spChg>
        <pc:spChg chg="add mod">
          <ac:chgData name="Swayam Bansal" userId="d5654fac7e6afa04" providerId="LiveId" clId="{462AE366-260E-47B7-A425-5F158D3CEE78}" dt="2024-08-01T02:58:42.702" v="1152" actId="20577"/>
          <ac:spMkLst>
            <pc:docMk/>
            <pc:sldMk cId="1505292122" sldId="268"/>
            <ac:spMk id="3" creationId="{5509433E-9B52-879E-CCAE-9FCC2C296ED3}"/>
          </ac:spMkLst>
        </pc:spChg>
      </pc:sldChg>
      <pc:sldChg chg="new del">
        <pc:chgData name="Swayam Bansal" userId="d5654fac7e6afa04" providerId="LiveId" clId="{462AE366-260E-47B7-A425-5F158D3CEE78}" dt="2024-08-01T02:50:53.945" v="873" actId="47"/>
        <pc:sldMkLst>
          <pc:docMk/>
          <pc:sldMk cId="68575759" sldId="269"/>
        </pc:sldMkLst>
      </pc:sldChg>
      <pc:sldChg chg="addSp delSp modSp new mod">
        <pc:chgData name="Swayam Bansal" userId="d5654fac7e6afa04" providerId="LiveId" clId="{462AE366-260E-47B7-A425-5F158D3CEE78}" dt="2024-08-01T02:54:01.271" v="956" actId="1076"/>
        <pc:sldMkLst>
          <pc:docMk/>
          <pc:sldMk cId="2711021373" sldId="270"/>
        </pc:sldMkLst>
        <pc:spChg chg="mod">
          <ac:chgData name="Swayam Bansal" userId="d5654fac7e6afa04" providerId="LiveId" clId="{462AE366-260E-47B7-A425-5F158D3CEE78}" dt="2024-08-01T02:51:55.161" v="939" actId="14100"/>
          <ac:spMkLst>
            <pc:docMk/>
            <pc:sldMk cId="2711021373" sldId="270"/>
            <ac:spMk id="2" creationId="{060066DA-C5EA-8FBB-4A87-7BC02C748FCF}"/>
          </ac:spMkLst>
        </pc:spChg>
        <pc:spChg chg="add mod">
          <ac:chgData name="Swayam Bansal" userId="d5654fac7e6afa04" providerId="LiveId" clId="{462AE366-260E-47B7-A425-5F158D3CEE78}" dt="2024-08-01T02:51:57.991" v="940"/>
          <ac:spMkLst>
            <pc:docMk/>
            <pc:sldMk cId="2711021373" sldId="270"/>
            <ac:spMk id="4" creationId="{2ACDFB4B-4E6E-4696-9FDD-0112EEDC346D}"/>
          </ac:spMkLst>
        </pc:spChg>
        <pc:spChg chg="add mod">
          <ac:chgData name="Swayam Bansal" userId="d5654fac7e6afa04" providerId="LiveId" clId="{462AE366-260E-47B7-A425-5F158D3CEE78}" dt="2024-08-01T02:51:57.991" v="940"/>
          <ac:spMkLst>
            <pc:docMk/>
            <pc:sldMk cId="2711021373" sldId="270"/>
            <ac:spMk id="5" creationId="{21A4991C-C211-4BCE-AF48-D90DA9338C84}"/>
          </ac:spMkLst>
        </pc:spChg>
        <pc:spChg chg="add mod">
          <ac:chgData name="Swayam Bansal" userId="d5654fac7e6afa04" providerId="LiveId" clId="{462AE366-260E-47B7-A425-5F158D3CEE78}" dt="2024-08-01T02:51:57.991" v="940"/>
          <ac:spMkLst>
            <pc:docMk/>
            <pc:sldMk cId="2711021373" sldId="270"/>
            <ac:spMk id="6" creationId="{5C2E3C8F-F297-4E7F-A099-1DD0B5B61398}"/>
          </ac:spMkLst>
        </pc:spChg>
        <pc:spChg chg="add mod">
          <ac:chgData name="Swayam Bansal" userId="d5654fac7e6afa04" providerId="LiveId" clId="{462AE366-260E-47B7-A425-5F158D3CEE78}" dt="2024-08-01T02:51:57.991" v="940"/>
          <ac:spMkLst>
            <pc:docMk/>
            <pc:sldMk cId="2711021373" sldId="270"/>
            <ac:spMk id="7" creationId="{C8E867CC-ABA1-46CD-977A-B26DFCA5F9A1}"/>
          </ac:spMkLst>
        </pc:spChg>
        <pc:spChg chg="add mod">
          <ac:chgData name="Swayam Bansal" userId="d5654fac7e6afa04" providerId="LiveId" clId="{462AE366-260E-47B7-A425-5F158D3CEE78}" dt="2024-08-01T02:51:57.991" v="940"/>
          <ac:spMkLst>
            <pc:docMk/>
            <pc:sldMk cId="2711021373" sldId="270"/>
            <ac:spMk id="8" creationId="{3CBD2BD0-29B1-4A2B-B70E-2C94E8D183E5}"/>
          </ac:spMkLst>
        </pc:spChg>
        <pc:spChg chg="add mod">
          <ac:chgData name="Swayam Bansal" userId="d5654fac7e6afa04" providerId="LiveId" clId="{462AE366-260E-47B7-A425-5F158D3CEE78}" dt="2024-08-01T02:51:57.991" v="940"/>
          <ac:spMkLst>
            <pc:docMk/>
            <pc:sldMk cId="2711021373" sldId="270"/>
            <ac:spMk id="9" creationId="{FFD73158-18AA-4338-912D-181A27EC28BF}"/>
          </ac:spMkLst>
        </pc:spChg>
        <pc:spChg chg="add mod">
          <ac:chgData name="Swayam Bansal" userId="d5654fac7e6afa04" providerId="LiveId" clId="{462AE366-260E-47B7-A425-5F158D3CEE78}" dt="2024-08-01T02:51:57.991" v="940"/>
          <ac:spMkLst>
            <pc:docMk/>
            <pc:sldMk cId="2711021373" sldId="270"/>
            <ac:spMk id="10" creationId="{5E197836-5B00-456E-B4C8-1AE91FDC6BCE}"/>
          </ac:spMkLst>
        </pc:spChg>
        <pc:spChg chg="add mod">
          <ac:chgData name="Swayam Bansal" userId="d5654fac7e6afa04" providerId="LiveId" clId="{462AE366-260E-47B7-A425-5F158D3CEE78}" dt="2024-08-01T02:51:57.991" v="940"/>
          <ac:spMkLst>
            <pc:docMk/>
            <pc:sldMk cId="2711021373" sldId="270"/>
            <ac:spMk id="11" creationId="{E9BBE723-19EA-4004-9FAC-82815A218FBA}"/>
          </ac:spMkLst>
        </pc:spChg>
        <pc:spChg chg="add mod">
          <ac:chgData name="Swayam Bansal" userId="d5654fac7e6afa04" providerId="LiveId" clId="{462AE366-260E-47B7-A425-5F158D3CEE78}" dt="2024-08-01T02:51:57.991" v="940"/>
          <ac:spMkLst>
            <pc:docMk/>
            <pc:sldMk cId="2711021373" sldId="270"/>
            <ac:spMk id="12" creationId="{201B6493-0BD4-4CDE-ABC9-69059222C22F}"/>
          </ac:spMkLst>
        </pc:spChg>
        <pc:spChg chg="add mod">
          <ac:chgData name="Swayam Bansal" userId="d5654fac7e6afa04" providerId="LiveId" clId="{462AE366-260E-47B7-A425-5F158D3CEE78}" dt="2024-08-01T02:51:57.991" v="940"/>
          <ac:spMkLst>
            <pc:docMk/>
            <pc:sldMk cId="2711021373" sldId="270"/>
            <ac:spMk id="13" creationId="{594DD574-7CD0-4B80-95CB-75694AD641AD}"/>
          </ac:spMkLst>
        </pc:spChg>
        <pc:spChg chg="add mod">
          <ac:chgData name="Swayam Bansal" userId="d5654fac7e6afa04" providerId="LiveId" clId="{462AE366-260E-47B7-A425-5F158D3CEE78}" dt="2024-08-01T02:51:57.991" v="940"/>
          <ac:spMkLst>
            <pc:docMk/>
            <pc:sldMk cId="2711021373" sldId="270"/>
            <ac:spMk id="14" creationId="{403A4A84-29DA-4073-9B02-0A393F2ECD43}"/>
          </ac:spMkLst>
        </pc:spChg>
        <pc:spChg chg="add del mod">
          <ac:chgData name="Swayam Bansal" userId="d5654fac7e6afa04" providerId="LiveId" clId="{462AE366-260E-47B7-A425-5F158D3CEE78}" dt="2024-08-01T02:53:36.403" v="954" actId="478"/>
          <ac:spMkLst>
            <pc:docMk/>
            <pc:sldMk cId="2711021373" sldId="270"/>
            <ac:spMk id="15" creationId="{2B1E5273-134D-4CBF-AE1C-AD7F10BB02DD}"/>
          </ac:spMkLst>
        </pc:spChg>
        <pc:spChg chg="add del mod">
          <ac:chgData name="Swayam Bansal" userId="d5654fac7e6afa04" providerId="LiveId" clId="{462AE366-260E-47B7-A425-5F158D3CEE78}" dt="2024-08-01T02:53:36.403" v="954" actId="478"/>
          <ac:spMkLst>
            <pc:docMk/>
            <pc:sldMk cId="2711021373" sldId="270"/>
            <ac:spMk id="16" creationId="{5812C79A-244A-488E-97B5-1A387AA32675}"/>
          </ac:spMkLst>
        </pc:spChg>
        <pc:spChg chg="add del mod">
          <ac:chgData name="Swayam Bansal" userId="d5654fac7e6afa04" providerId="LiveId" clId="{462AE366-260E-47B7-A425-5F158D3CEE78}" dt="2024-08-01T02:53:36.403" v="954" actId="478"/>
          <ac:spMkLst>
            <pc:docMk/>
            <pc:sldMk cId="2711021373" sldId="270"/>
            <ac:spMk id="17" creationId="{00175A5E-BF8F-47AF-A01C-3D37F94E316A}"/>
          </ac:spMkLst>
        </pc:spChg>
        <pc:spChg chg="add del mod">
          <ac:chgData name="Swayam Bansal" userId="d5654fac7e6afa04" providerId="LiveId" clId="{462AE366-260E-47B7-A425-5F158D3CEE78}" dt="2024-08-01T02:53:36.403" v="954" actId="478"/>
          <ac:spMkLst>
            <pc:docMk/>
            <pc:sldMk cId="2711021373" sldId="270"/>
            <ac:spMk id="18" creationId="{5321448F-EB55-4661-9D17-E99FC2041081}"/>
          </ac:spMkLst>
        </pc:spChg>
        <pc:spChg chg="add del mod">
          <ac:chgData name="Swayam Bansal" userId="d5654fac7e6afa04" providerId="LiveId" clId="{462AE366-260E-47B7-A425-5F158D3CEE78}" dt="2024-08-01T02:53:36.403" v="954" actId="478"/>
          <ac:spMkLst>
            <pc:docMk/>
            <pc:sldMk cId="2711021373" sldId="270"/>
            <ac:spMk id="19" creationId="{FB00FBD4-558D-4AEC-B7D0-505F8B495C97}"/>
          </ac:spMkLst>
        </pc:spChg>
        <pc:spChg chg="add del mod">
          <ac:chgData name="Swayam Bansal" userId="d5654fac7e6afa04" providerId="LiveId" clId="{462AE366-260E-47B7-A425-5F158D3CEE78}" dt="2024-08-01T02:53:36.403" v="954" actId="478"/>
          <ac:spMkLst>
            <pc:docMk/>
            <pc:sldMk cId="2711021373" sldId="270"/>
            <ac:spMk id="20" creationId="{642DFA36-4714-4454-A16E-1529D9641098}"/>
          </ac:spMkLst>
        </pc:spChg>
        <pc:spChg chg="add del mod">
          <ac:chgData name="Swayam Bansal" userId="d5654fac7e6afa04" providerId="LiveId" clId="{462AE366-260E-47B7-A425-5F158D3CEE78}" dt="2024-08-01T02:53:36.403" v="954" actId="478"/>
          <ac:spMkLst>
            <pc:docMk/>
            <pc:sldMk cId="2711021373" sldId="270"/>
            <ac:spMk id="21" creationId="{10E2B166-87B3-4CAB-8526-82F45FE66035}"/>
          </ac:spMkLst>
        </pc:spChg>
        <pc:spChg chg="add del mod">
          <ac:chgData name="Swayam Bansal" userId="d5654fac7e6afa04" providerId="LiveId" clId="{462AE366-260E-47B7-A425-5F158D3CEE78}" dt="2024-08-01T02:53:36.403" v="954" actId="478"/>
          <ac:spMkLst>
            <pc:docMk/>
            <pc:sldMk cId="2711021373" sldId="270"/>
            <ac:spMk id="22" creationId="{808BC936-125F-4B0A-8C1D-3F345533C636}"/>
          </ac:spMkLst>
        </pc:spChg>
        <pc:spChg chg="add del mod">
          <ac:chgData name="Swayam Bansal" userId="d5654fac7e6afa04" providerId="LiveId" clId="{462AE366-260E-47B7-A425-5F158D3CEE78}" dt="2024-08-01T02:53:36.403" v="954" actId="478"/>
          <ac:spMkLst>
            <pc:docMk/>
            <pc:sldMk cId="2711021373" sldId="270"/>
            <ac:spMk id="23" creationId="{F180C3AD-0B69-4C04-BEBC-86FAF9A611FA}"/>
          </ac:spMkLst>
        </pc:spChg>
        <pc:spChg chg="add del mod">
          <ac:chgData name="Swayam Bansal" userId="d5654fac7e6afa04" providerId="LiveId" clId="{462AE366-260E-47B7-A425-5F158D3CEE78}" dt="2024-08-01T02:53:36.403" v="954" actId="478"/>
          <ac:spMkLst>
            <pc:docMk/>
            <pc:sldMk cId="2711021373" sldId="270"/>
            <ac:spMk id="24" creationId="{DEB72717-BD91-4458-B664-CA034C609709}"/>
          </ac:spMkLst>
        </pc:spChg>
        <pc:spChg chg="add del mod">
          <ac:chgData name="Swayam Bansal" userId="d5654fac7e6afa04" providerId="LiveId" clId="{462AE366-260E-47B7-A425-5F158D3CEE78}" dt="2024-08-01T02:53:36.403" v="954" actId="478"/>
          <ac:spMkLst>
            <pc:docMk/>
            <pc:sldMk cId="2711021373" sldId="270"/>
            <ac:spMk id="25" creationId="{84F8189B-596F-458E-A75F-273756D3C2BB}"/>
          </ac:spMkLst>
        </pc:spChg>
        <pc:spChg chg="add del mod">
          <ac:chgData name="Swayam Bansal" userId="d5654fac7e6afa04" providerId="LiveId" clId="{462AE366-260E-47B7-A425-5F158D3CEE78}" dt="2024-08-01T02:53:36.403" v="954" actId="478"/>
          <ac:spMkLst>
            <pc:docMk/>
            <pc:sldMk cId="2711021373" sldId="270"/>
            <ac:spMk id="26" creationId="{4611B882-FE43-4533-98E6-5190A15E0ED9}"/>
          </ac:spMkLst>
        </pc:spChg>
        <pc:spChg chg="add del mod">
          <ac:chgData name="Swayam Bansal" userId="d5654fac7e6afa04" providerId="LiveId" clId="{462AE366-260E-47B7-A425-5F158D3CEE78}" dt="2024-08-01T02:53:36.403" v="954" actId="478"/>
          <ac:spMkLst>
            <pc:docMk/>
            <pc:sldMk cId="2711021373" sldId="270"/>
            <ac:spMk id="27" creationId="{A09C63F8-CDA3-42D6-AF16-2A4E61C1C206}"/>
          </ac:spMkLst>
        </pc:spChg>
        <pc:spChg chg="add mod">
          <ac:chgData name="Swayam Bansal" userId="d5654fac7e6afa04" providerId="LiveId" clId="{462AE366-260E-47B7-A425-5F158D3CEE78}" dt="2024-08-01T02:54:01.271" v="956" actId="1076"/>
          <ac:spMkLst>
            <pc:docMk/>
            <pc:sldMk cId="2711021373" sldId="270"/>
            <ac:spMk id="65" creationId="{2B1E5273-134D-4CBF-AE1C-AD7F10BB02DD}"/>
          </ac:spMkLst>
        </pc:spChg>
        <pc:spChg chg="add mod">
          <ac:chgData name="Swayam Bansal" userId="d5654fac7e6afa04" providerId="LiveId" clId="{462AE366-260E-47B7-A425-5F158D3CEE78}" dt="2024-08-01T02:54:01.271" v="956" actId="1076"/>
          <ac:spMkLst>
            <pc:docMk/>
            <pc:sldMk cId="2711021373" sldId="270"/>
            <ac:spMk id="66" creationId="{5812C79A-244A-488E-97B5-1A387AA32675}"/>
          </ac:spMkLst>
        </pc:spChg>
        <pc:spChg chg="add mod">
          <ac:chgData name="Swayam Bansal" userId="d5654fac7e6afa04" providerId="LiveId" clId="{462AE366-260E-47B7-A425-5F158D3CEE78}" dt="2024-08-01T02:54:01.271" v="956" actId="1076"/>
          <ac:spMkLst>
            <pc:docMk/>
            <pc:sldMk cId="2711021373" sldId="270"/>
            <ac:spMk id="67" creationId="{00175A5E-BF8F-47AF-A01C-3D37F94E316A}"/>
          </ac:spMkLst>
        </pc:spChg>
        <pc:spChg chg="add mod">
          <ac:chgData name="Swayam Bansal" userId="d5654fac7e6afa04" providerId="LiveId" clId="{462AE366-260E-47B7-A425-5F158D3CEE78}" dt="2024-08-01T02:54:01.271" v="956" actId="1076"/>
          <ac:spMkLst>
            <pc:docMk/>
            <pc:sldMk cId="2711021373" sldId="270"/>
            <ac:spMk id="68" creationId="{5321448F-EB55-4661-9D17-E99FC2041081}"/>
          </ac:spMkLst>
        </pc:spChg>
        <pc:spChg chg="add mod">
          <ac:chgData name="Swayam Bansal" userId="d5654fac7e6afa04" providerId="LiveId" clId="{462AE366-260E-47B7-A425-5F158D3CEE78}" dt="2024-08-01T02:54:01.271" v="956" actId="1076"/>
          <ac:spMkLst>
            <pc:docMk/>
            <pc:sldMk cId="2711021373" sldId="270"/>
            <ac:spMk id="69" creationId="{FB00FBD4-558D-4AEC-B7D0-505F8B495C97}"/>
          </ac:spMkLst>
        </pc:spChg>
        <pc:spChg chg="add mod">
          <ac:chgData name="Swayam Bansal" userId="d5654fac7e6afa04" providerId="LiveId" clId="{462AE366-260E-47B7-A425-5F158D3CEE78}" dt="2024-08-01T02:54:01.271" v="956" actId="1076"/>
          <ac:spMkLst>
            <pc:docMk/>
            <pc:sldMk cId="2711021373" sldId="270"/>
            <ac:spMk id="70" creationId="{642DFA36-4714-4454-A16E-1529D9641098}"/>
          </ac:spMkLst>
        </pc:spChg>
        <pc:spChg chg="add mod">
          <ac:chgData name="Swayam Bansal" userId="d5654fac7e6afa04" providerId="LiveId" clId="{462AE366-260E-47B7-A425-5F158D3CEE78}" dt="2024-08-01T02:54:01.271" v="956" actId="1076"/>
          <ac:spMkLst>
            <pc:docMk/>
            <pc:sldMk cId="2711021373" sldId="270"/>
            <ac:spMk id="71" creationId="{10E2B166-87B3-4CAB-8526-82F45FE66035}"/>
          </ac:spMkLst>
        </pc:spChg>
        <pc:spChg chg="add mod">
          <ac:chgData name="Swayam Bansal" userId="d5654fac7e6afa04" providerId="LiveId" clId="{462AE366-260E-47B7-A425-5F158D3CEE78}" dt="2024-08-01T02:54:01.271" v="956" actId="1076"/>
          <ac:spMkLst>
            <pc:docMk/>
            <pc:sldMk cId="2711021373" sldId="270"/>
            <ac:spMk id="72" creationId="{808BC936-125F-4B0A-8C1D-3F345533C636}"/>
          </ac:spMkLst>
        </pc:spChg>
        <pc:spChg chg="add mod">
          <ac:chgData name="Swayam Bansal" userId="d5654fac7e6afa04" providerId="LiveId" clId="{462AE366-260E-47B7-A425-5F158D3CEE78}" dt="2024-08-01T02:54:01.271" v="956" actId="1076"/>
          <ac:spMkLst>
            <pc:docMk/>
            <pc:sldMk cId="2711021373" sldId="270"/>
            <ac:spMk id="73" creationId="{F180C3AD-0B69-4C04-BEBC-86FAF9A611FA}"/>
          </ac:spMkLst>
        </pc:spChg>
        <pc:spChg chg="add mod">
          <ac:chgData name="Swayam Bansal" userId="d5654fac7e6afa04" providerId="LiveId" clId="{462AE366-260E-47B7-A425-5F158D3CEE78}" dt="2024-08-01T02:54:01.271" v="956" actId="1076"/>
          <ac:spMkLst>
            <pc:docMk/>
            <pc:sldMk cId="2711021373" sldId="270"/>
            <ac:spMk id="74" creationId="{DEB72717-BD91-4458-B664-CA034C609709}"/>
          </ac:spMkLst>
        </pc:spChg>
        <pc:spChg chg="add mod">
          <ac:chgData name="Swayam Bansal" userId="d5654fac7e6afa04" providerId="LiveId" clId="{462AE366-260E-47B7-A425-5F158D3CEE78}" dt="2024-08-01T02:54:01.271" v="956" actId="1076"/>
          <ac:spMkLst>
            <pc:docMk/>
            <pc:sldMk cId="2711021373" sldId="270"/>
            <ac:spMk id="75" creationId="{84F8189B-596F-458E-A75F-273756D3C2BB}"/>
          </ac:spMkLst>
        </pc:spChg>
        <pc:spChg chg="add mod">
          <ac:chgData name="Swayam Bansal" userId="d5654fac7e6afa04" providerId="LiveId" clId="{462AE366-260E-47B7-A425-5F158D3CEE78}" dt="2024-08-01T02:54:01.271" v="956" actId="1076"/>
          <ac:spMkLst>
            <pc:docMk/>
            <pc:sldMk cId="2711021373" sldId="270"/>
            <ac:spMk id="76" creationId="{4611B882-FE43-4533-98E6-5190A15E0ED9}"/>
          </ac:spMkLst>
        </pc:spChg>
        <pc:spChg chg="add mod">
          <ac:chgData name="Swayam Bansal" userId="d5654fac7e6afa04" providerId="LiveId" clId="{462AE366-260E-47B7-A425-5F158D3CEE78}" dt="2024-08-01T02:54:01.271" v="956" actId="1076"/>
          <ac:spMkLst>
            <pc:docMk/>
            <pc:sldMk cId="2711021373" sldId="270"/>
            <ac:spMk id="77" creationId="{A09C63F8-CDA3-42D6-AF16-2A4E61C1C206}"/>
          </ac:spMkLst>
        </pc:spChg>
        <pc:grpChg chg="add del mod">
          <ac:chgData name="Swayam Bansal" userId="d5654fac7e6afa04" providerId="LiveId" clId="{462AE366-260E-47B7-A425-5F158D3CEE78}" dt="2024-08-01T02:53:07.170" v="947" actId="478"/>
          <ac:grpSpMkLst>
            <pc:docMk/>
            <pc:sldMk cId="2711021373" sldId="270"/>
            <ac:grpSpMk id="3" creationId="{EE1AC828-D5E9-4AF6-8EED-CC7B8A988EB3}"/>
          </ac:grpSpMkLst>
        </pc:grpChg>
        <pc:cxnChg chg="add del mod">
          <ac:chgData name="Swayam Bansal" userId="d5654fac7e6afa04" providerId="LiveId" clId="{462AE366-260E-47B7-A425-5F158D3CEE78}" dt="2024-08-01T02:53:36.403" v="954" actId="478"/>
          <ac:cxnSpMkLst>
            <pc:docMk/>
            <pc:sldMk cId="2711021373" sldId="270"/>
            <ac:cxnSpMk id="28" creationId="{1FCC58EA-E380-470C-9F42-31758BB4A31E}"/>
          </ac:cxnSpMkLst>
        </pc:cxnChg>
        <pc:cxnChg chg="add del mod">
          <ac:chgData name="Swayam Bansal" userId="d5654fac7e6afa04" providerId="LiveId" clId="{462AE366-260E-47B7-A425-5F158D3CEE78}" dt="2024-08-01T02:53:36.403" v="954" actId="478"/>
          <ac:cxnSpMkLst>
            <pc:docMk/>
            <pc:sldMk cId="2711021373" sldId="270"/>
            <ac:cxnSpMk id="29" creationId="{378511A6-2FF4-45F0-B848-0072F700AB7C}"/>
          </ac:cxnSpMkLst>
        </pc:cxnChg>
        <pc:cxnChg chg="add del mod">
          <ac:chgData name="Swayam Bansal" userId="d5654fac7e6afa04" providerId="LiveId" clId="{462AE366-260E-47B7-A425-5F158D3CEE78}" dt="2024-08-01T02:53:36.403" v="954" actId="478"/>
          <ac:cxnSpMkLst>
            <pc:docMk/>
            <pc:sldMk cId="2711021373" sldId="270"/>
            <ac:cxnSpMk id="30" creationId="{6664F3BA-C32E-403D-8B25-AD28A5D5E2AA}"/>
          </ac:cxnSpMkLst>
        </pc:cxnChg>
        <pc:cxnChg chg="add del mod">
          <ac:chgData name="Swayam Bansal" userId="d5654fac7e6afa04" providerId="LiveId" clId="{462AE366-260E-47B7-A425-5F158D3CEE78}" dt="2024-08-01T02:53:36.403" v="954" actId="478"/>
          <ac:cxnSpMkLst>
            <pc:docMk/>
            <pc:sldMk cId="2711021373" sldId="270"/>
            <ac:cxnSpMk id="31" creationId="{015410E2-48A6-4B7D-9D17-E0C094F08915}"/>
          </ac:cxnSpMkLst>
        </pc:cxnChg>
        <pc:cxnChg chg="add del mod">
          <ac:chgData name="Swayam Bansal" userId="d5654fac7e6afa04" providerId="LiveId" clId="{462AE366-260E-47B7-A425-5F158D3CEE78}" dt="2024-08-01T02:53:36.403" v="954" actId="478"/>
          <ac:cxnSpMkLst>
            <pc:docMk/>
            <pc:sldMk cId="2711021373" sldId="270"/>
            <ac:cxnSpMk id="32" creationId="{CB4792C4-9482-4B23-BE90-84463394D497}"/>
          </ac:cxnSpMkLst>
        </pc:cxnChg>
        <pc:cxnChg chg="add del mod">
          <ac:chgData name="Swayam Bansal" userId="d5654fac7e6afa04" providerId="LiveId" clId="{462AE366-260E-47B7-A425-5F158D3CEE78}" dt="2024-08-01T02:53:36.403" v="954" actId="478"/>
          <ac:cxnSpMkLst>
            <pc:docMk/>
            <pc:sldMk cId="2711021373" sldId="270"/>
            <ac:cxnSpMk id="33" creationId="{BC024AB1-EF49-49BA-A3F2-39D3E96C2981}"/>
          </ac:cxnSpMkLst>
        </pc:cxnChg>
        <pc:cxnChg chg="add del mod">
          <ac:chgData name="Swayam Bansal" userId="d5654fac7e6afa04" providerId="LiveId" clId="{462AE366-260E-47B7-A425-5F158D3CEE78}" dt="2024-08-01T02:53:36.403" v="954" actId="478"/>
          <ac:cxnSpMkLst>
            <pc:docMk/>
            <pc:sldMk cId="2711021373" sldId="270"/>
            <ac:cxnSpMk id="34" creationId="{D3346881-6B3A-4355-9238-F8E761B9D618}"/>
          </ac:cxnSpMkLst>
        </pc:cxnChg>
        <pc:cxnChg chg="add del mod">
          <ac:chgData name="Swayam Bansal" userId="d5654fac7e6afa04" providerId="LiveId" clId="{462AE366-260E-47B7-A425-5F158D3CEE78}" dt="2024-08-01T02:53:36.403" v="954" actId="478"/>
          <ac:cxnSpMkLst>
            <pc:docMk/>
            <pc:sldMk cId="2711021373" sldId="270"/>
            <ac:cxnSpMk id="35" creationId="{20AA6F35-F9C9-4957-B68F-6319A8D33139}"/>
          </ac:cxnSpMkLst>
        </pc:cxnChg>
        <pc:cxnChg chg="add del mod">
          <ac:chgData name="Swayam Bansal" userId="d5654fac7e6afa04" providerId="LiveId" clId="{462AE366-260E-47B7-A425-5F158D3CEE78}" dt="2024-08-01T02:53:36.403" v="954" actId="478"/>
          <ac:cxnSpMkLst>
            <pc:docMk/>
            <pc:sldMk cId="2711021373" sldId="270"/>
            <ac:cxnSpMk id="36" creationId="{9D006FCB-0464-42E4-BA99-18CB0CF0C9DC}"/>
          </ac:cxnSpMkLst>
        </pc:cxnChg>
        <pc:cxnChg chg="add mod">
          <ac:chgData name="Swayam Bansal" userId="d5654fac7e6afa04" providerId="LiveId" clId="{462AE366-260E-47B7-A425-5F158D3CEE78}" dt="2024-08-01T02:54:01.271" v="956" actId="1076"/>
          <ac:cxnSpMkLst>
            <pc:docMk/>
            <pc:sldMk cId="2711021373" sldId="270"/>
            <ac:cxnSpMk id="78" creationId="{1FCC58EA-E380-470C-9F42-31758BB4A31E}"/>
          </ac:cxnSpMkLst>
        </pc:cxnChg>
        <pc:cxnChg chg="add mod">
          <ac:chgData name="Swayam Bansal" userId="d5654fac7e6afa04" providerId="LiveId" clId="{462AE366-260E-47B7-A425-5F158D3CEE78}" dt="2024-08-01T02:54:01.271" v="956" actId="1076"/>
          <ac:cxnSpMkLst>
            <pc:docMk/>
            <pc:sldMk cId="2711021373" sldId="270"/>
            <ac:cxnSpMk id="79" creationId="{378511A6-2FF4-45F0-B848-0072F700AB7C}"/>
          </ac:cxnSpMkLst>
        </pc:cxnChg>
        <pc:cxnChg chg="add mod">
          <ac:chgData name="Swayam Bansal" userId="d5654fac7e6afa04" providerId="LiveId" clId="{462AE366-260E-47B7-A425-5F158D3CEE78}" dt="2024-08-01T02:54:01.271" v="956" actId="1076"/>
          <ac:cxnSpMkLst>
            <pc:docMk/>
            <pc:sldMk cId="2711021373" sldId="270"/>
            <ac:cxnSpMk id="80" creationId="{6664F3BA-C32E-403D-8B25-AD28A5D5E2AA}"/>
          </ac:cxnSpMkLst>
        </pc:cxnChg>
        <pc:cxnChg chg="add mod">
          <ac:chgData name="Swayam Bansal" userId="d5654fac7e6afa04" providerId="LiveId" clId="{462AE366-260E-47B7-A425-5F158D3CEE78}" dt="2024-08-01T02:54:01.271" v="956" actId="1076"/>
          <ac:cxnSpMkLst>
            <pc:docMk/>
            <pc:sldMk cId="2711021373" sldId="270"/>
            <ac:cxnSpMk id="81" creationId="{015410E2-48A6-4B7D-9D17-E0C094F08915}"/>
          </ac:cxnSpMkLst>
        </pc:cxnChg>
        <pc:cxnChg chg="add mod">
          <ac:chgData name="Swayam Bansal" userId="d5654fac7e6afa04" providerId="LiveId" clId="{462AE366-260E-47B7-A425-5F158D3CEE78}" dt="2024-08-01T02:54:01.271" v="956" actId="1076"/>
          <ac:cxnSpMkLst>
            <pc:docMk/>
            <pc:sldMk cId="2711021373" sldId="270"/>
            <ac:cxnSpMk id="82" creationId="{CB4792C4-9482-4B23-BE90-84463394D497}"/>
          </ac:cxnSpMkLst>
        </pc:cxnChg>
        <pc:cxnChg chg="add mod">
          <ac:chgData name="Swayam Bansal" userId="d5654fac7e6afa04" providerId="LiveId" clId="{462AE366-260E-47B7-A425-5F158D3CEE78}" dt="2024-08-01T02:54:01.271" v="956" actId="1076"/>
          <ac:cxnSpMkLst>
            <pc:docMk/>
            <pc:sldMk cId="2711021373" sldId="270"/>
            <ac:cxnSpMk id="83" creationId="{BC024AB1-EF49-49BA-A3F2-39D3E96C2981}"/>
          </ac:cxnSpMkLst>
        </pc:cxnChg>
        <pc:cxnChg chg="add mod">
          <ac:chgData name="Swayam Bansal" userId="d5654fac7e6afa04" providerId="LiveId" clId="{462AE366-260E-47B7-A425-5F158D3CEE78}" dt="2024-08-01T02:54:01.271" v="956" actId="1076"/>
          <ac:cxnSpMkLst>
            <pc:docMk/>
            <pc:sldMk cId="2711021373" sldId="270"/>
            <ac:cxnSpMk id="84" creationId="{D3346881-6B3A-4355-9238-F8E761B9D618}"/>
          </ac:cxnSpMkLst>
        </pc:cxnChg>
        <pc:cxnChg chg="add mod">
          <ac:chgData name="Swayam Bansal" userId="d5654fac7e6afa04" providerId="LiveId" clId="{462AE366-260E-47B7-A425-5F158D3CEE78}" dt="2024-08-01T02:54:01.271" v="956" actId="1076"/>
          <ac:cxnSpMkLst>
            <pc:docMk/>
            <pc:sldMk cId="2711021373" sldId="270"/>
            <ac:cxnSpMk id="85" creationId="{20AA6F35-F9C9-4957-B68F-6319A8D33139}"/>
          </ac:cxnSpMkLst>
        </pc:cxnChg>
        <pc:cxnChg chg="add mod">
          <ac:chgData name="Swayam Bansal" userId="d5654fac7e6afa04" providerId="LiveId" clId="{462AE366-260E-47B7-A425-5F158D3CEE78}" dt="2024-08-01T02:54:01.271" v="956" actId="1076"/>
          <ac:cxnSpMkLst>
            <pc:docMk/>
            <pc:sldMk cId="2711021373" sldId="270"/>
            <ac:cxnSpMk id="86" creationId="{9D006FCB-0464-42E4-BA99-18CB0CF0C9DC}"/>
          </ac:cxnSpMkLst>
        </pc:cxnChg>
      </pc:sldChg>
      <pc:sldChg chg="addSp delSp modSp new mod">
        <pc:chgData name="Swayam Bansal" userId="d5654fac7e6afa04" providerId="LiveId" clId="{462AE366-260E-47B7-A425-5F158D3CEE78}" dt="2024-08-01T03:25:39.437" v="2218" actId="20577"/>
        <pc:sldMkLst>
          <pc:docMk/>
          <pc:sldMk cId="2154812175" sldId="271"/>
        </pc:sldMkLst>
        <pc:spChg chg="mod">
          <ac:chgData name="Swayam Bansal" userId="d5654fac7e6afa04" providerId="LiveId" clId="{462AE366-260E-47B7-A425-5F158D3CEE78}" dt="2024-08-01T02:59:28.622" v="1183" actId="20577"/>
          <ac:spMkLst>
            <pc:docMk/>
            <pc:sldMk cId="2154812175" sldId="271"/>
            <ac:spMk id="2" creationId="{9B8C045F-8C72-6F36-B80B-7A68B1BCB99C}"/>
          </ac:spMkLst>
        </pc:spChg>
        <pc:spChg chg="add del mod">
          <ac:chgData name="Swayam Bansal" userId="d5654fac7e6afa04" providerId="LiveId" clId="{462AE366-260E-47B7-A425-5F158D3CEE78}" dt="2024-08-01T02:59:54.673" v="1189"/>
          <ac:spMkLst>
            <pc:docMk/>
            <pc:sldMk cId="2154812175" sldId="271"/>
            <ac:spMk id="3" creationId="{0F650B68-7694-0D48-ABFB-A10C4B30A488}"/>
          </ac:spMkLst>
        </pc:spChg>
        <pc:spChg chg="add mod">
          <ac:chgData name="Swayam Bansal" userId="d5654fac7e6afa04" providerId="LiveId" clId="{462AE366-260E-47B7-A425-5F158D3CEE78}" dt="2024-08-01T03:25:39.437" v="2218" actId="20577"/>
          <ac:spMkLst>
            <pc:docMk/>
            <pc:sldMk cId="2154812175" sldId="271"/>
            <ac:spMk id="4" creationId="{CD0C99EA-5C18-04EA-20CF-98225666B655}"/>
          </ac:spMkLst>
        </pc:spChg>
        <pc:spChg chg="add del mod">
          <ac:chgData name="Swayam Bansal" userId="d5654fac7e6afa04" providerId="LiveId" clId="{462AE366-260E-47B7-A425-5F158D3CEE78}" dt="2024-08-01T03:03:04.061" v="1405" actId="478"/>
          <ac:spMkLst>
            <pc:docMk/>
            <pc:sldMk cId="2154812175" sldId="271"/>
            <ac:spMk id="5" creationId="{F5E62DA2-33A4-6684-CF5C-C5D56F2D9DA4}"/>
          </ac:spMkLst>
        </pc:spChg>
        <pc:spChg chg="add del mod">
          <ac:chgData name="Swayam Bansal" userId="d5654fac7e6afa04" providerId="LiveId" clId="{462AE366-260E-47B7-A425-5F158D3CEE78}" dt="2024-08-01T03:03:14.816" v="1409" actId="478"/>
          <ac:spMkLst>
            <pc:docMk/>
            <pc:sldMk cId="2154812175" sldId="271"/>
            <ac:spMk id="7" creationId="{AA1D94C8-A07D-57B7-9A15-48C7EECA201E}"/>
          </ac:spMkLst>
        </pc:spChg>
        <pc:spChg chg="add del">
          <ac:chgData name="Swayam Bansal" userId="d5654fac7e6afa04" providerId="LiveId" clId="{462AE366-260E-47B7-A425-5F158D3CEE78}" dt="2024-08-01T03:04:20.264" v="1411" actId="478"/>
          <ac:spMkLst>
            <pc:docMk/>
            <pc:sldMk cId="2154812175" sldId="271"/>
            <ac:spMk id="8" creationId="{D30A44F5-AE80-0986-3699-664786FC8B20}"/>
          </ac:spMkLst>
        </pc:spChg>
        <pc:picChg chg="add mod">
          <ac:chgData name="Swayam Bansal" userId="d5654fac7e6afa04" providerId="LiveId" clId="{462AE366-260E-47B7-A425-5F158D3CEE78}" dt="2024-08-01T03:04:37.010" v="1416" actId="1076"/>
          <ac:picMkLst>
            <pc:docMk/>
            <pc:sldMk cId="2154812175" sldId="271"/>
            <ac:picMk id="9" creationId="{7020A235-D379-3582-CFB9-0A95383F6157}"/>
          </ac:picMkLst>
        </pc:picChg>
        <pc:picChg chg="add mod">
          <ac:chgData name="Swayam Bansal" userId="d5654fac7e6afa04" providerId="LiveId" clId="{462AE366-260E-47B7-A425-5F158D3CEE78}" dt="2024-08-01T02:59:37.228" v="1186" actId="1076"/>
          <ac:picMkLst>
            <pc:docMk/>
            <pc:sldMk cId="2154812175" sldId="271"/>
            <ac:picMk id="3074" creationId="{CE89E091-A7BF-8AEB-7375-0771897B1C99}"/>
          </ac:picMkLst>
        </pc:picChg>
      </pc:sldChg>
      <pc:sldChg chg="addSp delSp modSp new mod">
        <pc:chgData name="Swayam Bansal" userId="d5654fac7e6afa04" providerId="LiveId" clId="{462AE366-260E-47B7-A425-5F158D3CEE78}" dt="2024-08-01T03:25:48.131" v="2234" actId="20577"/>
        <pc:sldMkLst>
          <pc:docMk/>
          <pc:sldMk cId="3060062827" sldId="272"/>
        </pc:sldMkLst>
        <pc:spChg chg="mod">
          <ac:chgData name="Swayam Bansal" userId="d5654fac7e6afa04" providerId="LiveId" clId="{462AE366-260E-47B7-A425-5F158D3CEE78}" dt="2024-08-01T03:06:34.767" v="1454" actId="14100"/>
          <ac:spMkLst>
            <pc:docMk/>
            <pc:sldMk cId="3060062827" sldId="272"/>
            <ac:spMk id="2" creationId="{8ABF7F34-FAF3-F02F-D275-0BF4C8499B3A}"/>
          </ac:spMkLst>
        </pc:spChg>
        <pc:spChg chg="add del">
          <ac:chgData name="Swayam Bansal" userId="d5654fac7e6afa04" providerId="LiveId" clId="{462AE366-260E-47B7-A425-5F158D3CEE78}" dt="2024-08-01T03:05:55.007" v="1443" actId="478"/>
          <ac:spMkLst>
            <pc:docMk/>
            <pc:sldMk cId="3060062827" sldId="272"/>
            <ac:spMk id="3" creationId="{00E297DB-F7CA-A71D-04BE-698EF46FC6F1}"/>
          </ac:spMkLst>
        </pc:spChg>
        <pc:spChg chg="add mod">
          <ac:chgData name="Swayam Bansal" userId="d5654fac7e6afa04" providerId="LiveId" clId="{462AE366-260E-47B7-A425-5F158D3CEE78}" dt="2024-08-01T03:25:48.131" v="2234" actId="20577"/>
          <ac:spMkLst>
            <pc:docMk/>
            <pc:sldMk cId="3060062827" sldId="272"/>
            <ac:spMk id="4" creationId="{4E43233A-B59C-F21D-A55A-D6C4B6B0ED6F}"/>
          </ac:spMkLst>
        </pc:spChg>
        <pc:picChg chg="add mod">
          <ac:chgData name="Swayam Bansal" userId="d5654fac7e6afa04" providerId="LiveId" clId="{462AE366-260E-47B7-A425-5F158D3CEE78}" dt="2024-08-01T03:06:42.941" v="1457" actId="14100"/>
          <ac:picMkLst>
            <pc:docMk/>
            <pc:sldMk cId="3060062827" sldId="272"/>
            <ac:picMk id="4100" creationId="{7C25EBDE-D968-FC9E-881D-AF019B3F09A1}"/>
          </ac:picMkLst>
        </pc:picChg>
        <pc:picChg chg="add mod">
          <ac:chgData name="Swayam Bansal" userId="d5654fac7e6afa04" providerId="LiveId" clId="{462AE366-260E-47B7-A425-5F158D3CEE78}" dt="2024-08-01T03:14:41.563" v="1738" actId="1076"/>
          <ac:picMkLst>
            <pc:docMk/>
            <pc:sldMk cId="3060062827" sldId="272"/>
            <ac:picMk id="4102" creationId="{9E417025-22BD-26A9-6D10-859386118C25}"/>
          </ac:picMkLst>
        </pc:picChg>
      </pc:sldChg>
      <pc:sldChg chg="addSp modSp new mod">
        <pc:chgData name="Swayam Bansal" userId="d5654fac7e6afa04" providerId="LiveId" clId="{462AE366-260E-47B7-A425-5F158D3CEE78}" dt="2024-08-01T03:25:58.775" v="2250" actId="20577"/>
        <pc:sldMkLst>
          <pc:docMk/>
          <pc:sldMk cId="1133360423" sldId="273"/>
        </pc:sldMkLst>
        <pc:spChg chg="mod">
          <ac:chgData name="Swayam Bansal" userId="d5654fac7e6afa04" providerId="LiveId" clId="{462AE366-260E-47B7-A425-5F158D3CEE78}" dt="2024-08-01T03:16:00.431" v="1783" actId="14100"/>
          <ac:spMkLst>
            <pc:docMk/>
            <pc:sldMk cId="1133360423" sldId="273"/>
            <ac:spMk id="2" creationId="{0D35668C-5B3D-2A62-431C-1FFFD585E0AC}"/>
          </ac:spMkLst>
        </pc:spChg>
        <pc:spChg chg="add mod">
          <ac:chgData name="Swayam Bansal" userId="d5654fac7e6afa04" providerId="LiveId" clId="{462AE366-260E-47B7-A425-5F158D3CEE78}" dt="2024-08-01T03:25:58.775" v="2250" actId="20577"/>
          <ac:spMkLst>
            <pc:docMk/>
            <pc:sldMk cId="1133360423" sldId="273"/>
            <ac:spMk id="3" creationId="{493CB795-3E1D-5C66-5604-5697C8E76D88}"/>
          </ac:spMkLst>
        </pc:spChg>
        <pc:picChg chg="add mod">
          <ac:chgData name="Swayam Bansal" userId="d5654fac7e6afa04" providerId="LiveId" clId="{462AE366-260E-47B7-A425-5F158D3CEE78}" dt="2024-08-01T03:25:20.544" v="2202" actId="1076"/>
          <ac:picMkLst>
            <pc:docMk/>
            <pc:sldMk cId="1133360423" sldId="273"/>
            <ac:picMk id="5122" creationId="{402E5977-6120-25A5-BB1C-6168EE49A149}"/>
          </ac:picMkLst>
        </pc:picChg>
      </pc:sldChg>
      <pc:sldChg chg="addSp delSp modSp new mod">
        <pc:chgData name="Swayam Bansal" userId="d5654fac7e6afa04" providerId="LiveId" clId="{462AE366-260E-47B7-A425-5F158D3CEE78}" dt="2024-08-01T03:32:54.052" v="2821" actId="1076"/>
        <pc:sldMkLst>
          <pc:docMk/>
          <pc:sldMk cId="1835585537" sldId="274"/>
        </pc:sldMkLst>
        <pc:spChg chg="mod">
          <ac:chgData name="Swayam Bansal" userId="d5654fac7e6afa04" providerId="LiveId" clId="{462AE366-260E-47B7-A425-5F158D3CEE78}" dt="2024-08-01T03:26:22.290" v="2268" actId="14100"/>
          <ac:spMkLst>
            <pc:docMk/>
            <pc:sldMk cId="1835585537" sldId="274"/>
            <ac:spMk id="2" creationId="{D7240866-1916-E1F1-A084-479557C8A067}"/>
          </ac:spMkLst>
        </pc:spChg>
        <pc:spChg chg="add del mod">
          <ac:chgData name="Swayam Bansal" userId="d5654fac7e6afa04" providerId="LiveId" clId="{462AE366-260E-47B7-A425-5F158D3CEE78}" dt="2024-08-01T03:26:36.287" v="2270" actId="478"/>
          <ac:spMkLst>
            <pc:docMk/>
            <pc:sldMk cId="1835585537" sldId="274"/>
            <ac:spMk id="3" creationId="{25488174-6CAD-99E0-DA08-18790664A3B5}"/>
          </ac:spMkLst>
        </pc:spChg>
        <pc:spChg chg="add mod">
          <ac:chgData name="Swayam Bansal" userId="d5654fac7e6afa04" providerId="LiveId" clId="{462AE366-260E-47B7-A425-5F158D3CEE78}" dt="2024-08-01T03:32:14.384" v="2816" actId="20577"/>
          <ac:spMkLst>
            <pc:docMk/>
            <pc:sldMk cId="1835585537" sldId="274"/>
            <ac:spMk id="4" creationId="{ACB0FEC4-D1F1-032F-5A7A-C7113E81ED0C}"/>
          </ac:spMkLst>
        </pc:spChg>
        <pc:picChg chg="add mod">
          <ac:chgData name="Swayam Bansal" userId="d5654fac7e6afa04" providerId="LiveId" clId="{462AE366-260E-47B7-A425-5F158D3CEE78}" dt="2024-08-01T03:31:16.457" v="2755" actId="1076"/>
          <ac:picMkLst>
            <pc:docMk/>
            <pc:sldMk cId="1835585537" sldId="274"/>
            <ac:picMk id="6146" creationId="{7002CC9D-30BF-4D37-D5A1-83024DDEB956}"/>
          </ac:picMkLst>
        </pc:picChg>
        <pc:picChg chg="add del mod">
          <ac:chgData name="Swayam Bansal" userId="d5654fac7e6afa04" providerId="LiveId" clId="{462AE366-260E-47B7-A425-5F158D3CEE78}" dt="2024-08-01T03:32:48.585" v="2819" actId="478"/>
          <ac:picMkLst>
            <pc:docMk/>
            <pc:sldMk cId="1835585537" sldId="274"/>
            <ac:picMk id="6148" creationId="{EE5DFBB5-A7A3-8794-936C-3C969036C867}"/>
          </ac:picMkLst>
        </pc:picChg>
        <pc:picChg chg="add mod">
          <ac:chgData name="Swayam Bansal" userId="d5654fac7e6afa04" providerId="LiveId" clId="{462AE366-260E-47B7-A425-5F158D3CEE78}" dt="2024-08-01T03:32:54.052" v="2821" actId="1076"/>
          <ac:picMkLst>
            <pc:docMk/>
            <pc:sldMk cId="1835585537" sldId="274"/>
            <ac:picMk id="6150" creationId="{9E7737D3-F41E-BB6F-30BF-CFB80D9DCF85}"/>
          </ac:picMkLst>
        </pc:picChg>
      </pc:sldChg>
      <pc:sldChg chg="addSp modSp new mod">
        <pc:chgData name="Swayam Bansal" userId="d5654fac7e6afa04" providerId="LiveId" clId="{462AE366-260E-47B7-A425-5F158D3CEE78}" dt="2024-08-01T03:35:08.812" v="2879" actId="114"/>
        <pc:sldMkLst>
          <pc:docMk/>
          <pc:sldMk cId="4149203303" sldId="275"/>
        </pc:sldMkLst>
        <pc:spChg chg="mod">
          <ac:chgData name="Swayam Bansal" userId="d5654fac7e6afa04" providerId="LiveId" clId="{462AE366-260E-47B7-A425-5F158D3CEE78}" dt="2024-08-01T03:34:37.884" v="2872" actId="20577"/>
          <ac:spMkLst>
            <pc:docMk/>
            <pc:sldMk cId="4149203303" sldId="275"/>
            <ac:spMk id="2" creationId="{CFF42D13-5F86-3C31-FFE5-3F9CC45B78A3}"/>
          </ac:spMkLst>
        </pc:spChg>
        <pc:spChg chg="add mod">
          <ac:chgData name="Swayam Bansal" userId="d5654fac7e6afa04" providerId="LiveId" clId="{462AE366-260E-47B7-A425-5F158D3CEE78}" dt="2024-08-01T03:35:08.812" v="2879" actId="114"/>
          <ac:spMkLst>
            <pc:docMk/>
            <pc:sldMk cId="4149203303" sldId="275"/>
            <ac:spMk id="3" creationId="{CD069001-6B1A-7E75-D691-462DF284946D}"/>
          </ac:spMkLst>
        </pc:spChg>
      </pc:sldChg>
      <pc:sldChg chg="addSp delSp modSp add mod">
        <pc:chgData name="Swayam Bansal" userId="d5654fac7e6afa04" providerId="LiveId" clId="{462AE366-260E-47B7-A425-5F158D3CEE78}" dt="2024-08-01T03:43:41.865" v="3300" actId="403"/>
        <pc:sldMkLst>
          <pc:docMk/>
          <pc:sldMk cId="511672432" sldId="276"/>
        </pc:sldMkLst>
        <pc:spChg chg="mod">
          <ac:chgData name="Swayam Bansal" userId="d5654fac7e6afa04" providerId="LiveId" clId="{462AE366-260E-47B7-A425-5F158D3CEE78}" dt="2024-08-01T03:42:15.175" v="3266" actId="20577"/>
          <ac:spMkLst>
            <pc:docMk/>
            <pc:sldMk cId="511672432" sldId="276"/>
            <ac:spMk id="23" creationId="{00000000-0000-0000-0000-000000000000}"/>
          </ac:spMkLst>
        </pc:spChg>
        <pc:spChg chg="add mod">
          <ac:chgData name="Swayam Bansal" userId="d5654fac7e6afa04" providerId="LiveId" clId="{462AE366-260E-47B7-A425-5F158D3CEE78}" dt="2024-08-01T03:43:41.865" v="3300" actId="403"/>
          <ac:spMkLst>
            <pc:docMk/>
            <pc:sldMk cId="511672432" sldId="276"/>
            <ac:spMk id="38" creationId="{248A8F14-78E3-E5DD-FD98-E4AEAA4014DE}"/>
          </ac:spMkLst>
        </pc:spChg>
        <pc:grpChg chg="del">
          <ac:chgData name="Swayam Bansal" userId="d5654fac7e6afa04" providerId="LiveId" clId="{462AE366-260E-47B7-A425-5F158D3CEE78}" dt="2024-08-01T03:42:20.892" v="3267" actId="478"/>
          <ac:grpSpMkLst>
            <pc:docMk/>
            <pc:sldMk cId="511672432" sldId="276"/>
            <ac:grpSpMk id="24" creationId="{00000000-0000-0000-0000-000000000000}"/>
          </ac:grpSpMkLst>
        </pc:grpChg>
        <pc:grpChg chg="del">
          <ac:chgData name="Swayam Bansal" userId="d5654fac7e6afa04" providerId="LiveId" clId="{462AE366-260E-47B7-A425-5F158D3CEE78}" dt="2024-08-01T03:42:23.759" v="3268" actId="478"/>
          <ac:grpSpMkLst>
            <pc:docMk/>
            <pc:sldMk cId="511672432" sldId="276"/>
            <ac:grpSpMk id="27" creationId="{00000000-0000-0000-0000-000000000000}"/>
          </ac:grpSpMkLst>
        </pc:grpChg>
        <pc:grpChg chg="mod">
          <ac:chgData name="Swayam Bansal" userId="d5654fac7e6afa04" providerId="LiveId" clId="{462AE366-260E-47B7-A425-5F158D3CEE78}" dt="2024-08-01T03:42:27.572" v="3269" actId="1076"/>
          <ac:grpSpMkLst>
            <pc:docMk/>
            <pc:sldMk cId="511672432" sldId="276"/>
            <ac:grpSpMk id="30"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2552" y="3192907"/>
            <a:ext cx="15555595" cy="2162937"/>
          </a:xfrm>
          <a:prstGeom prst="rect">
            <a:avLst/>
          </a:prstGeom>
        </p:spPr>
        <p:txBody>
          <a:bodyPr wrap="square" lIns="0" tIns="0" rIns="0" bIns="0">
            <a:spAutoFit/>
          </a:bodyPr>
          <a:lstStyle>
            <a:lvl1pPr>
              <a:defRPr sz="4550" b="1" i="0">
                <a:solidFill>
                  <a:srgbClr val="18181A"/>
                </a:solidFill>
                <a:latin typeface="Verdana"/>
                <a:cs typeface="Verdana"/>
              </a:defRPr>
            </a:lvl1pPr>
          </a:lstStyle>
          <a:p>
            <a:endParaRPr/>
          </a:p>
        </p:txBody>
      </p:sp>
      <p:sp>
        <p:nvSpPr>
          <p:cNvPr id="3" name="Holder 3"/>
          <p:cNvSpPr>
            <a:spLocks noGrp="1"/>
          </p:cNvSpPr>
          <p:nvPr>
            <p:ph type="subTitle" idx="4"/>
          </p:nvPr>
        </p:nvSpPr>
        <p:spPr>
          <a:xfrm>
            <a:off x="2745105" y="5767832"/>
            <a:ext cx="12810490" cy="25749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mc:Choice xmlns:p14="http://schemas.microsoft.com/office/powerpoint/2010/main" Requires="p14">
      <p:transition spd="slow" p14:dur="800" advTm="1000">
        <p:circle/>
      </p:transition>
    </mc:Choice>
    <mc:Fallback>
      <p:transition spd="slow" advTm="1000">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50" b="1" i="0">
                <a:solidFill>
                  <a:srgbClr val="18181A"/>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mc:Choice xmlns:p14="http://schemas.microsoft.com/office/powerpoint/2010/main" Requires="p14">
      <p:transition spd="slow" p14:dur="800" advTm="1000">
        <p:circle/>
      </p:transition>
    </mc:Choice>
    <mc:Fallback>
      <p:transition spd="slow" advTm="1000">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50" b="1" i="0">
                <a:solidFill>
                  <a:srgbClr val="18181A"/>
                </a:solidFill>
                <a:latin typeface="Verdana"/>
                <a:cs typeface="Verdana"/>
              </a:defRPr>
            </a:lvl1pPr>
          </a:lstStyle>
          <a:p>
            <a:endParaRPr/>
          </a:p>
        </p:txBody>
      </p:sp>
      <p:sp>
        <p:nvSpPr>
          <p:cNvPr id="3" name="Holder 3"/>
          <p:cNvSpPr>
            <a:spLocks noGrp="1"/>
          </p:cNvSpPr>
          <p:nvPr>
            <p:ph sz="half" idx="2"/>
          </p:nvPr>
        </p:nvSpPr>
        <p:spPr>
          <a:xfrm>
            <a:off x="915035" y="2368931"/>
            <a:ext cx="7960804"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24860" y="2368931"/>
            <a:ext cx="7960804" cy="679780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mc:Choice xmlns:p14="http://schemas.microsoft.com/office/powerpoint/2010/main" Requires="p14">
      <p:transition spd="slow" p14:dur="800" advTm="1000">
        <p:circle/>
      </p:transition>
    </mc:Choice>
    <mc:Fallback>
      <p:transition spd="slow" advTm="1000">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C2C2DF"/>
          </a:solidFill>
        </p:spPr>
        <p:txBody>
          <a:bodyPr wrap="square" lIns="0" tIns="0" rIns="0" bIns="0" rtlCol="0"/>
          <a:lstStyle/>
          <a:p>
            <a:endParaRPr/>
          </a:p>
        </p:txBody>
      </p:sp>
      <p:sp>
        <p:nvSpPr>
          <p:cNvPr id="17" name="bg object 17"/>
          <p:cNvSpPr/>
          <p:nvPr/>
        </p:nvSpPr>
        <p:spPr>
          <a:xfrm>
            <a:off x="1178640" y="1088656"/>
            <a:ext cx="8242300" cy="8119109"/>
          </a:xfrm>
          <a:custGeom>
            <a:avLst/>
            <a:gdLst/>
            <a:ahLst/>
            <a:cxnLst/>
            <a:rect l="l" t="t" r="r" b="b"/>
            <a:pathLst>
              <a:path w="8242300" h="8119109">
                <a:moveTo>
                  <a:pt x="4121237" y="8118650"/>
                </a:moveTo>
                <a:lnTo>
                  <a:pt x="0" y="8118650"/>
                </a:lnTo>
                <a:lnTo>
                  <a:pt x="0" y="0"/>
                </a:lnTo>
                <a:lnTo>
                  <a:pt x="8241743" y="0"/>
                </a:lnTo>
                <a:lnTo>
                  <a:pt x="8241743" y="8118650"/>
                </a:lnTo>
                <a:lnTo>
                  <a:pt x="4121237" y="8118650"/>
                </a:lnTo>
                <a:close/>
              </a:path>
            </a:pathLst>
          </a:custGeom>
          <a:ln w="38159">
            <a:solidFill>
              <a:srgbClr val="29282C"/>
            </a:solidFill>
          </a:ln>
        </p:spPr>
        <p:txBody>
          <a:bodyPr wrap="square" lIns="0" tIns="0" rIns="0" bIns="0" rtlCol="0"/>
          <a:lstStyle/>
          <a:p>
            <a:endParaRPr/>
          </a:p>
        </p:txBody>
      </p:sp>
      <p:sp>
        <p:nvSpPr>
          <p:cNvPr id="18" name="bg object 18"/>
          <p:cNvSpPr/>
          <p:nvPr/>
        </p:nvSpPr>
        <p:spPr>
          <a:xfrm>
            <a:off x="0" y="1848955"/>
            <a:ext cx="16861155" cy="6589395"/>
          </a:xfrm>
          <a:custGeom>
            <a:avLst/>
            <a:gdLst/>
            <a:ahLst/>
            <a:cxnLst/>
            <a:rect l="l" t="t" r="r" b="b"/>
            <a:pathLst>
              <a:path w="16861155" h="6589395">
                <a:moveTo>
                  <a:pt x="16860901" y="0"/>
                </a:moveTo>
                <a:lnTo>
                  <a:pt x="0" y="0"/>
                </a:lnTo>
                <a:lnTo>
                  <a:pt x="0" y="6589369"/>
                </a:lnTo>
                <a:lnTo>
                  <a:pt x="8430437" y="6589369"/>
                </a:lnTo>
                <a:lnTo>
                  <a:pt x="16860901" y="6589369"/>
                </a:lnTo>
                <a:lnTo>
                  <a:pt x="16860901" y="0"/>
                </a:lnTo>
                <a:close/>
              </a:path>
            </a:pathLst>
          </a:custGeom>
          <a:solidFill>
            <a:srgbClr val="FFFFFF"/>
          </a:solidFill>
        </p:spPr>
        <p:txBody>
          <a:bodyPr wrap="square" lIns="0" tIns="0" rIns="0" bIns="0" rtlCol="0"/>
          <a:lstStyle/>
          <a:p>
            <a:endParaRPr/>
          </a:p>
        </p:txBody>
      </p:sp>
      <p:sp>
        <p:nvSpPr>
          <p:cNvPr id="19" name="bg object 19"/>
          <p:cNvSpPr/>
          <p:nvPr/>
        </p:nvSpPr>
        <p:spPr>
          <a:xfrm>
            <a:off x="1178640" y="355676"/>
            <a:ext cx="224790" cy="375920"/>
          </a:xfrm>
          <a:custGeom>
            <a:avLst/>
            <a:gdLst/>
            <a:ahLst/>
            <a:cxnLst/>
            <a:rect l="l" t="t" r="r" b="b"/>
            <a:pathLst>
              <a:path w="224790" h="375920">
                <a:moveTo>
                  <a:pt x="224621" y="0"/>
                </a:moveTo>
                <a:lnTo>
                  <a:pt x="191512" y="0"/>
                </a:lnTo>
                <a:lnTo>
                  <a:pt x="0" y="375831"/>
                </a:lnTo>
                <a:lnTo>
                  <a:pt x="32393" y="375831"/>
                </a:lnTo>
                <a:lnTo>
                  <a:pt x="224621" y="0"/>
                </a:lnTo>
                <a:close/>
              </a:path>
            </a:pathLst>
          </a:custGeom>
          <a:solidFill>
            <a:srgbClr val="18181A"/>
          </a:solidFill>
        </p:spPr>
        <p:txBody>
          <a:bodyPr wrap="square" lIns="0" tIns="0" rIns="0" bIns="0" rtlCol="0"/>
          <a:lstStyle/>
          <a:p>
            <a:endParaRPr/>
          </a:p>
        </p:txBody>
      </p:sp>
      <p:sp>
        <p:nvSpPr>
          <p:cNvPr id="20" name="bg object 20"/>
          <p:cNvSpPr/>
          <p:nvPr/>
        </p:nvSpPr>
        <p:spPr>
          <a:xfrm>
            <a:off x="1178639" y="355668"/>
            <a:ext cx="224790" cy="375920"/>
          </a:xfrm>
          <a:custGeom>
            <a:avLst/>
            <a:gdLst/>
            <a:ahLst/>
            <a:cxnLst/>
            <a:rect l="l" t="t" r="r" b="b"/>
            <a:pathLst>
              <a:path w="224790" h="375920">
                <a:moveTo>
                  <a:pt x="0" y="375825"/>
                </a:moveTo>
                <a:lnTo>
                  <a:pt x="191512" y="0"/>
                </a:lnTo>
                <a:lnTo>
                  <a:pt x="224620" y="0"/>
                </a:lnTo>
                <a:lnTo>
                  <a:pt x="32394" y="375825"/>
                </a:lnTo>
                <a:lnTo>
                  <a:pt x="0" y="375825"/>
                </a:lnTo>
                <a:close/>
              </a:path>
            </a:pathLst>
          </a:custGeom>
          <a:ln w="18718">
            <a:solidFill>
              <a:srgbClr val="18181A"/>
            </a:solidFill>
          </a:ln>
        </p:spPr>
        <p:txBody>
          <a:bodyPr wrap="square" lIns="0" tIns="0" rIns="0" bIns="0" rtlCol="0"/>
          <a:lstStyle/>
          <a:p>
            <a:endParaRPr/>
          </a:p>
        </p:txBody>
      </p:sp>
      <p:sp>
        <p:nvSpPr>
          <p:cNvPr id="21" name="bg object 21"/>
          <p:cNvSpPr/>
          <p:nvPr/>
        </p:nvSpPr>
        <p:spPr>
          <a:xfrm>
            <a:off x="1403261"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22" name="bg object 22"/>
          <p:cNvSpPr/>
          <p:nvPr/>
        </p:nvSpPr>
        <p:spPr>
          <a:xfrm>
            <a:off x="1403259"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23" name="bg object 23"/>
          <p:cNvSpPr/>
          <p:nvPr/>
        </p:nvSpPr>
        <p:spPr>
          <a:xfrm>
            <a:off x="162716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24" name="bg object 24"/>
          <p:cNvSpPr/>
          <p:nvPr/>
        </p:nvSpPr>
        <p:spPr>
          <a:xfrm>
            <a:off x="1627156" y="355668"/>
            <a:ext cx="224790" cy="375920"/>
          </a:xfrm>
          <a:custGeom>
            <a:avLst/>
            <a:gdLst/>
            <a:ahLst/>
            <a:cxnLst/>
            <a:rect l="l" t="t" r="r" b="b"/>
            <a:pathLst>
              <a:path w="224789" h="375920">
                <a:moveTo>
                  <a:pt x="0" y="375825"/>
                </a:moveTo>
                <a:lnTo>
                  <a:pt x="191512" y="0"/>
                </a:lnTo>
                <a:lnTo>
                  <a:pt x="224633" y="0"/>
                </a:lnTo>
                <a:lnTo>
                  <a:pt x="32409" y="375825"/>
                </a:lnTo>
                <a:lnTo>
                  <a:pt x="0" y="375825"/>
                </a:lnTo>
                <a:close/>
              </a:path>
            </a:pathLst>
          </a:custGeom>
          <a:ln w="18718">
            <a:solidFill>
              <a:srgbClr val="18181A"/>
            </a:solidFill>
          </a:ln>
        </p:spPr>
        <p:txBody>
          <a:bodyPr wrap="square" lIns="0" tIns="0" rIns="0" bIns="0" rtlCol="0"/>
          <a:lstStyle/>
          <a:p>
            <a:endParaRPr/>
          </a:p>
        </p:txBody>
      </p:sp>
      <p:sp>
        <p:nvSpPr>
          <p:cNvPr id="25" name="bg object 25"/>
          <p:cNvSpPr/>
          <p:nvPr/>
        </p:nvSpPr>
        <p:spPr>
          <a:xfrm>
            <a:off x="1851787" y="355676"/>
            <a:ext cx="224790" cy="375920"/>
          </a:xfrm>
          <a:custGeom>
            <a:avLst/>
            <a:gdLst/>
            <a:ahLst/>
            <a:cxnLst/>
            <a:rect l="l" t="t" r="r" b="b"/>
            <a:pathLst>
              <a:path w="224789" h="375920">
                <a:moveTo>
                  <a:pt x="224612" y="0"/>
                </a:moveTo>
                <a:lnTo>
                  <a:pt x="191503" y="0"/>
                </a:lnTo>
                <a:lnTo>
                  <a:pt x="0" y="375831"/>
                </a:lnTo>
                <a:lnTo>
                  <a:pt x="32397" y="375831"/>
                </a:lnTo>
                <a:lnTo>
                  <a:pt x="224612" y="0"/>
                </a:lnTo>
                <a:close/>
              </a:path>
            </a:pathLst>
          </a:custGeom>
          <a:solidFill>
            <a:srgbClr val="18181A"/>
          </a:solidFill>
        </p:spPr>
        <p:txBody>
          <a:bodyPr wrap="square" lIns="0" tIns="0" rIns="0" bIns="0" rtlCol="0"/>
          <a:lstStyle/>
          <a:p>
            <a:endParaRPr/>
          </a:p>
        </p:txBody>
      </p:sp>
      <p:sp>
        <p:nvSpPr>
          <p:cNvPr id="26" name="bg object 26"/>
          <p:cNvSpPr/>
          <p:nvPr/>
        </p:nvSpPr>
        <p:spPr>
          <a:xfrm>
            <a:off x="1851789"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27" name="bg object 27"/>
          <p:cNvSpPr/>
          <p:nvPr/>
        </p:nvSpPr>
        <p:spPr>
          <a:xfrm>
            <a:off x="2076399" y="355676"/>
            <a:ext cx="224790" cy="375920"/>
          </a:xfrm>
          <a:custGeom>
            <a:avLst/>
            <a:gdLst/>
            <a:ahLst/>
            <a:cxnLst/>
            <a:rect l="l" t="t" r="r" b="b"/>
            <a:pathLst>
              <a:path w="224789" h="375920">
                <a:moveTo>
                  <a:pt x="224637" y="0"/>
                </a:moveTo>
                <a:lnTo>
                  <a:pt x="191516" y="0"/>
                </a:lnTo>
                <a:lnTo>
                  <a:pt x="0" y="375831"/>
                </a:lnTo>
                <a:lnTo>
                  <a:pt x="32410" y="375831"/>
                </a:lnTo>
                <a:lnTo>
                  <a:pt x="224637" y="0"/>
                </a:lnTo>
                <a:close/>
              </a:path>
            </a:pathLst>
          </a:custGeom>
          <a:solidFill>
            <a:srgbClr val="18181A"/>
          </a:solidFill>
        </p:spPr>
        <p:txBody>
          <a:bodyPr wrap="square" lIns="0" tIns="0" rIns="0" bIns="0" rtlCol="0"/>
          <a:lstStyle/>
          <a:p>
            <a:endParaRPr/>
          </a:p>
        </p:txBody>
      </p:sp>
      <p:sp>
        <p:nvSpPr>
          <p:cNvPr id="28" name="bg object 28"/>
          <p:cNvSpPr/>
          <p:nvPr/>
        </p:nvSpPr>
        <p:spPr>
          <a:xfrm>
            <a:off x="2076410"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29" name="bg object 29"/>
          <p:cNvSpPr/>
          <p:nvPr/>
        </p:nvSpPr>
        <p:spPr>
          <a:xfrm>
            <a:off x="230031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30" name="bg object 30"/>
          <p:cNvSpPr/>
          <p:nvPr/>
        </p:nvSpPr>
        <p:spPr>
          <a:xfrm>
            <a:off x="2300307"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31" name="bg object 31"/>
          <p:cNvSpPr/>
          <p:nvPr/>
        </p:nvSpPr>
        <p:spPr>
          <a:xfrm>
            <a:off x="2524937" y="355676"/>
            <a:ext cx="224790" cy="375920"/>
          </a:xfrm>
          <a:custGeom>
            <a:avLst/>
            <a:gdLst/>
            <a:ahLst/>
            <a:cxnLst/>
            <a:rect l="l" t="t" r="r" b="b"/>
            <a:pathLst>
              <a:path w="224789" h="375920">
                <a:moveTo>
                  <a:pt x="224612" y="0"/>
                </a:moveTo>
                <a:lnTo>
                  <a:pt x="191503" y="0"/>
                </a:lnTo>
                <a:lnTo>
                  <a:pt x="0" y="375831"/>
                </a:lnTo>
                <a:lnTo>
                  <a:pt x="32385" y="375831"/>
                </a:lnTo>
                <a:lnTo>
                  <a:pt x="224612" y="0"/>
                </a:lnTo>
                <a:close/>
              </a:path>
            </a:pathLst>
          </a:custGeom>
          <a:solidFill>
            <a:srgbClr val="18181A"/>
          </a:solidFill>
        </p:spPr>
        <p:txBody>
          <a:bodyPr wrap="square" lIns="0" tIns="0" rIns="0" bIns="0" rtlCol="0"/>
          <a:lstStyle/>
          <a:p>
            <a:endParaRPr/>
          </a:p>
        </p:txBody>
      </p:sp>
      <p:sp>
        <p:nvSpPr>
          <p:cNvPr id="32" name="bg object 32"/>
          <p:cNvSpPr/>
          <p:nvPr/>
        </p:nvSpPr>
        <p:spPr>
          <a:xfrm>
            <a:off x="2524928"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550" b="1" i="0">
                <a:solidFill>
                  <a:srgbClr val="18181A"/>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mc:Choice xmlns:p14="http://schemas.microsoft.com/office/powerpoint/2010/main" Requires="p14">
      <p:transition spd="slow" p14:dur="800" advTm="1000">
        <p:circle/>
      </p:transition>
    </mc:Choice>
    <mc:Fallback>
      <p:transition spd="slow" advTm="1000">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C2C2DF"/>
          </a:solidFill>
        </p:spPr>
        <p:txBody>
          <a:bodyPr wrap="square" lIns="0" tIns="0" rIns="0" bIns="0" rtlCol="0"/>
          <a:lstStyle/>
          <a:p>
            <a:endParaRPr/>
          </a:p>
        </p:txBody>
      </p:sp>
      <p:sp>
        <p:nvSpPr>
          <p:cNvPr id="17" name="bg object 17"/>
          <p:cNvSpPr/>
          <p:nvPr/>
        </p:nvSpPr>
        <p:spPr>
          <a:xfrm>
            <a:off x="0" y="889914"/>
            <a:ext cx="17078325" cy="8506460"/>
          </a:xfrm>
          <a:custGeom>
            <a:avLst/>
            <a:gdLst/>
            <a:ahLst/>
            <a:cxnLst/>
            <a:rect l="l" t="t" r="r" b="b"/>
            <a:pathLst>
              <a:path w="17078325" h="8506460">
                <a:moveTo>
                  <a:pt x="17078325" y="0"/>
                </a:moveTo>
                <a:lnTo>
                  <a:pt x="0" y="0"/>
                </a:lnTo>
                <a:lnTo>
                  <a:pt x="0" y="8505980"/>
                </a:lnTo>
                <a:lnTo>
                  <a:pt x="8539162" y="8505980"/>
                </a:lnTo>
                <a:lnTo>
                  <a:pt x="17078325" y="8505980"/>
                </a:lnTo>
                <a:lnTo>
                  <a:pt x="17078325" y="0"/>
                </a:lnTo>
                <a:close/>
              </a:path>
            </a:pathLst>
          </a:custGeom>
          <a:solidFill>
            <a:srgbClr val="FFFFFF"/>
          </a:solidFill>
        </p:spPr>
        <p:txBody>
          <a:bodyPr wrap="square" lIns="0" tIns="0" rIns="0" bIns="0" rtlCol="0"/>
          <a:lstStyle/>
          <a:p>
            <a:endParaRPr/>
          </a:p>
        </p:txBody>
      </p:sp>
      <p:sp>
        <p:nvSpPr>
          <p:cNvPr id="18" name="bg object 18"/>
          <p:cNvSpPr/>
          <p:nvPr/>
        </p:nvSpPr>
        <p:spPr>
          <a:xfrm>
            <a:off x="1178640" y="355676"/>
            <a:ext cx="224790" cy="375920"/>
          </a:xfrm>
          <a:custGeom>
            <a:avLst/>
            <a:gdLst/>
            <a:ahLst/>
            <a:cxnLst/>
            <a:rect l="l" t="t" r="r" b="b"/>
            <a:pathLst>
              <a:path w="224790" h="375920">
                <a:moveTo>
                  <a:pt x="224621" y="0"/>
                </a:moveTo>
                <a:lnTo>
                  <a:pt x="191512" y="0"/>
                </a:lnTo>
                <a:lnTo>
                  <a:pt x="0" y="375831"/>
                </a:lnTo>
                <a:lnTo>
                  <a:pt x="32393" y="375831"/>
                </a:lnTo>
                <a:lnTo>
                  <a:pt x="224621" y="0"/>
                </a:lnTo>
                <a:close/>
              </a:path>
            </a:pathLst>
          </a:custGeom>
          <a:solidFill>
            <a:srgbClr val="18181A"/>
          </a:solidFill>
        </p:spPr>
        <p:txBody>
          <a:bodyPr wrap="square" lIns="0" tIns="0" rIns="0" bIns="0" rtlCol="0"/>
          <a:lstStyle/>
          <a:p>
            <a:endParaRPr/>
          </a:p>
        </p:txBody>
      </p:sp>
      <p:sp>
        <p:nvSpPr>
          <p:cNvPr id="19" name="bg object 19"/>
          <p:cNvSpPr/>
          <p:nvPr/>
        </p:nvSpPr>
        <p:spPr>
          <a:xfrm>
            <a:off x="1178639" y="355668"/>
            <a:ext cx="224790" cy="375920"/>
          </a:xfrm>
          <a:custGeom>
            <a:avLst/>
            <a:gdLst/>
            <a:ahLst/>
            <a:cxnLst/>
            <a:rect l="l" t="t" r="r" b="b"/>
            <a:pathLst>
              <a:path w="224790" h="375920">
                <a:moveTo>
                  <a:pt x="0" y="375825"/>
                </a:moveTo>
                <a:lnTo>
                  <a:pt x="191512" y="0"/>
                </a:lnTo>
                <a:lnTo>
                  <a:pt x="224620" y="0"/>
                </a:lnTo>
                <a:lnTo>
                  <a:pt x="32394" y="375825"/>
                </a:lnTo>
                <a:lnTo>
                  <a:pt x="0" y="375825"/>
                </a:lnTo>
                <a:close/>
              </a:path>
            </a:pathLst>
          </a:custGeom>
          <a:ln w="18718">
            <a:solidFill>
              <a:srgbClr val="18181A"/>
            </a:solidFill>
          </a:ln>
        </p:spPr>
        <p:txBody>
          <a:bodyPr wrap="square" lIns="0" tIns="0" rIns="0" bIns="0" rtlCol="0"/>
          <a:lstStyle/>
          <a:p>
            <a:endParaRPr/>
          </a:p>
        </p:txBody>
      </p:sp>
      <p:sp>
        <p:nvSpPr>
          <p:cNvPr id="20" name="bg object 20"/>
          <p:cNvSpPr/>
          <p:nvPr/>
        </p:nvSpPr>
        <p:spPr>
          <a:xfrm>
            <a:off x="1403261"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21" name="bg object 21"/>
          <p:cNvSpPr/>
          <p:nvPr/>
        </p:nvSpPr>
        <p:spPr>
          <a:xfrm>
            <a:off x="1403259"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22" name="bg object 22"/>
          <p:cNvSpPr/>
          <p:nvPr/>
        </p:nvSpPr>
        <p:spPr>
          <a:xfrm>
            <a:off x="162716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23" name="bg object 23"/>
          <p:cNvSpPr/>
          <p:nvPr/>
        </p:nvSpPr>
        <p:spPr>
          <a:xfrm>
            <a:off x="1627156" y="355668"/>
            <a:ext cx="224790" cy="375920"/>
          </a:xfrm>
          <a:custGeom>
            <a:avLst/>
            <a:gdLst/>
            <a:ahLst/>
            <a:cxnLst/>
            <a:rect l="l" t="t" r="r" b="b"/>
            <a:pathLst>
              <a:path w="224789" h="375920">
                <a:moveTo>
                  <a:pt x="0" y="375825"/>
                </a:moveTo>
                <a:lnTo>
                  <a:pt x="191512" y="0"/>
                </a:lnTo>
                <a:lnTo>
                  <a:pt x="224633" y="0"/>
                </a:lnTo>
                <a:lnTo>
                  <a:pt x="32409" y="375825"/>
                </a:lnTo>
                <a:lnTo>
                  <a:pt x="0" y="375825"/>
                </a:lnTo>
                <a:close/>
              </a:path>
            </a:pathLst>
          </a:custGeom>
          <a:ln w="18718">
            <a:solidFill>
              <a:srgbClr val="18181A"/>
            </a:solidFill>
          </a:ln>
        </p:spPr>
        <p:txBody>
          <a:bodyPr wrap="square" lIns="0" tIns="0" rIns="0" bIns="0" rtlCol="0"/>
          <a:lstStyle/>
          <a:p>
            <a:endParaRPr/>
          </a:p>
        </p:txBody>
      </p:sp>
      <p:sp>
        <p:nvSpPr>
          <p:cNvPr id="24" name="bg object 24"/>
          <p:cNvSpPr/>
          <p:nvPr/>
        </p:nvSpPr>
        <p:spPr>
          <a:xfrm>
            <a:off x="1851787" y="355676"/>
            <a:ext cx="224790" cy="375920"/>
          </a:xfrm>
          <a:custGeom>
            <a:avLst/>
            <a:gdLst/>
            <a:ahLst/>
            <a:cxnLst/>
            <a:rect l="l" t="t" r="r" b="b"/>
            <a:pathLst>
              <a:path w="224789" h="375920">
                <a:moveTo>
                  <a:pt x="224612" y="0"/>
                </a:moveTo>
                <a:lnTo>
                  <a:pt x="191503" y="0"/>
                </a:lnTo>
                <a:lnTo>
                  <a:pt x="0" y="375831"/>
                </a:lnTo>
                <a:lnTo>
                  <a:pt x="32397" y="375831"/>
                </a:lnTo>
                <a:lnTo>
                  <a:pt x="224612" y="0"/>
                </a:lnTo>
                <a:close/>
              </a:path>
            </a:pathLst>
          </a:custGeom>
          <a:solidFill>
            <a:srgbClr val="18181A"/>
          </a:solidFill>
        </p:spPr>
        <p:txBody>
          <a:bodyPr wrap="square" lIns="0" tIns="0" rIns="0" bIns="0" rtlCol="0"/>
          <a:lstStyle/>
          <a:p>
            <a:endParaRPr/>
          </a:p>
        </p:txBody>
      </p:sp>
      <p:sp>
        <p:nvSpPr>
          <p:cNvPr id="25" name="bg object 25"/>
          <p:cNvSpPr/>
          <p:nvPr/>
        </p:nvSpPr>
        <p:spPr>
          <a:xfrm>
            <a:off x="1851789"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26" name="bg object 26"/>
          <p:cNvSpPr/>
          <p:nvPr/>
        </p:nvSpPr>
        <p:spPr>
          <a:xfrm>
            <a:off x="2076399" y="355676"/>
            <a:ext cx="224790" cy="375920"/>
          </a:xfrm>
          <a:custGeom>
            <a:avLst/>
            <a:gdLst/>
            <a:ahLst/>
            <a:cxnLst/>
            <a:rect l="l" t="t" r="r" b="b"/>
            <a:pathLst>
              <a:path w="224789" h="375920">
                <a:moveTo>
                  <a:pt x="224637" y="0"/>
                </a:moveTo>
                <a:lnTo>
                  <a:pt x="191516" y="0"/>
                </a:lnTo>
                <a:lnTo>
                  <a:pt x="0" y="375831"/>
                </a:lnTo>
                <a:lnTo>
                  <a:pt x="32410" y="375831"/>
                </a:lnTo>
                <a:lnTo>
                  <a:pt x="224637" y="0"/>
                </a:lnTo>
                <a:close/>
              </a:path>
            </a:pathLst>
          </a:custGeom>
          <a:solidFill>
            <a:srgbClr val="18181A"/>
          </a:solidFill>
        </p:spPr>
        <p:txBody>
          <a:bodyPr wrap="square" lIns="0" tIns="0" rIns="0" bIns="0" rtlCol="0"/>
          <a:lstStyle/>
          <a:p>
            <a:endParaRPr/>
          </a:p>
        </p:txBody>
      </p:sp>
      <p:sp>
        <p:nvSpPr>
          <p:cNvPr id="27" name="bg object 27"/>
          <p:cNvSpPr/>
          <p:nvPr/>
        </p:nvSpPr>
        <p:spPr>
          <a:xfrm>
            <a:off x="2076410"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28" name="bg object 28"/>
          <p:cNvSpPr/>
          <p:nvPr/>
        </p:nvSpPr>
        <p:spPr>
          <a:xfrm>
            <a:off x="230031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29" name="bg object 29"/>
          <p:cNvSpPr/>
          <p:nvPr/>
        </p:nvSpPr>
        <p:spPr>
          <a:xfrm>
            <a:off x="2300307"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30" name="bg object 30"/>
          <p:cNvSpPr/>
          <p:nvPr/>
        </p:nvSpPr>
        <p:spPr>
          <a:xfrm>
            <a:off x="2524937" y="355676"/>
            <a:ext cx="224790" cy="375920"/>
          </a:xfrm>
          <a:custGeom>
            <a:avLst/>
            <a:gdLst/>
            <a:ahLst/>
            <a:cxnLst/>
            <a:rect l="l" t="t" r="r" b="b"/>
            <a:pathLst>
              <a:path w="224789" h="375920">
                <a:moveTo>
                  <a:pt x="224612" y="0"/>
                </a:moveTo>
                <a:lnTo>
                  <a:pt x="191503" y="0"/>
                </a:lnTo>
                <a:lnTo>
                  <a:pt x="0" y="375831"/>
                </a:lnTo>
                <a:lnTo>
                  <a:pt x="32385" y="375831"/>
                </a:lnTo>
                <a:lnTo>
                  <a:pt x="224612" y="0"/>
                </a:lnTo>
                <a:close/>
              </a:path>
            </a:pathLst>
          </a:custGeom>
          <a:solidFill>
            <a:srgbClr val="18181A"/>
          </a:solidFill>
        </p:spPr>
        <p:txBody>
          <a:bodyPr wrap="square" lIns="0" tIns="0" rIns="0" bIns="0" rtlCol="0"/>
          <a:lstStyle/>
          <a:p>
            <a:endParaRPr/>
          </a:p>
        </p:txBody>
      </p:sp>
      <p:sp>
        <p:nvSpPr>
          <p:cNvPr id="31" name="bg object 31"/>
          <p:cNvSpPr/>
          <p:nvPr/>
        </p:nvSpPr>
        <p:spPr>
          <a:xfrm>
            <a:off x="2524928"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32" name="bg object 32"/>
          <p:cNvSpPr/>
          <p:nvPr/>
        </p:nvSpPr>
        <p:spPr>
          <a:xfrm>
            <a:off x="17079086" y="2184476"/>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29282C"/>
          </a:solidFill>
        </p:spPr>
        <p:txBody>
          <a:bodyPr wrap="square" lIns="0" tIns="0" rIns="0" bIns="0" rtlCol="0"/>
          <a:lstStyle/>
          <a:p>
            <a:endParaRPr/>
          </a:p>
        </p:txBody>
      </p:sp>
      <p:sp>
        <p:nvSpPr>
          <p:cNvPr id="33" name="bg object 33"/>
          <p:cNvSpPr/>
          <p:nvPr/>
        </p:nvSpPr>
        <p:spPr>
          <a:xfrm>
            <a:off x="17079086" y="1537195"/>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575259"/>
          </a:solidFill>
        </p:spPr>
        <p:txBody>
          <a:bodyPr wrap="square" lIns="0" tIns="0" rIns="0" bIns="0" rtlCol="0"/>
          <a:lstStyle/>
          <a:p>
            <a:endParaRPr/>
          </a:p>
        </p:txBody>
      </p:sp>
      <p:sp>
        <p:nvSpPr>
          <p:cNvPr id="34" name="bg object 34"/>
          <p:cNvSpPr/>
          <p:nvPr/>
        </p:nvSpPr>
        <p:spPr>
          <a:xfrm>
            <a:off x="17079086" y="889203"/>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86808A"/>
          </a:solidFill>
        </p:spPr>
        <p:txBody>
          <a:bodyPr wrap="square" lIns="0" tIns="0" rIns="0" bIns="0" rtlCol="0"/>
          <a:lstStyle/>
          <a:p>
            <a:endParaRPr/>
          </a:p>
        </p:txBody>
      </p:sp>
      <p:sp>
        <p:nvSpPr>
          <p:cNvPr id="35" name="bg object 35"/>
          <p:cNvSpPr/>
          <p:nvPr/>
        </p:nvSpPr>
        <p:spPr>
          <a:xfrm>
            <a:off x="17392336" y="3797258"/>
            <a:ext cx="895985" cy="5598160"/>
          </a:xfrm>
          <a:custGeom>
            <a:avLst/>
            <a:gdLst/>
            <a:ahLst/>
            <a:cxnLst/>
            <a:rect l="l" t="t" r="r" b="b"/>
            <a:pathLst>
              <a:path w="895984" h="5598159">
                <a:moveTo>
                  <a:pt x="895675" y="5597919"/>
                </a:moveTo>
                <a:lnTo>
                  <a:pt x="0" y="5597919"/>
                </a:lnTo>
                <a:lnTo>
                  <a:pt x="0" y="0"/>
                </a:lnTo>
                <a:lnTo>
                  <a:pt x="895675" y="0"/>
                </a:lnTo>
              </a:path>
            </a:pathLst>
          </a:custGeom>
          <a:ln w="76316">
            <a:solidFill>
              <a:srgbClr val="FFB700"/>
            </a:solidFill>
          </a:ln>
        </p:spPr>
        <p:txBody>
          <a:bodyPr wrap="square" lIns="0" tIns="0" rIns="0" bIns="0" rtlCol="0"/>
          <a:lstStyle/>
          <a:p>
            <a:endParaRPr/>
          </a:p>
        </p:txBody>
      </p:sp>
      <p:sp>
        <p:nvSpPr>
          <p:cNvPr id="36" name="bg object 36"/>
          <p:cNvSpPr/>
          <p:nvPr/>
        </p:nvSpPr>
        <p:spPr>
          <a:xfrm>
            <a:off x="12986638" y="9631440"/>
            <a:ext cx="5295900" cy="654685"/>
          </a:xfrm>
          <a:custGeom>
            <a:avLst/>
            <a:gdLst/>
            <a:ahLst/>
            <a:cxnLst/>
            <a:rect l="l" t="t" r="r" b="b"/>
            <a:pathLst>
              <a:path w="5295900" h="654684">
                <a:moveTo>
                  <a:pt x="5295899" y="0"/>
                </a:moveTo>
                <a:lnTo>
                  <a:pt x="0" y="0"/>
                </a:lnTo>
                <a:lnTo>
                  <a:pt x="0" y="654397"/>
                </a:lnTo>
                <a:lnTo>
                  <a:pt x="5295899" y="654397"/>
                </a:lnTo>
                <a:lnTo>
                  <a:pt x="5295899" y="0"/>
                </a:lnTo>
                <a:close/>
              </a:path>
            </a:pathLst>
          </a:custGeom>
          <a:solidFill>
            <a:srgbClr val="18181A"/>
          </a:solidFill>
        </p:spPr>
        <p:txBody>
          <a:bodyPr wrap="square" lIns="0" tIns="0" rIns="0" bIns="0" rtlCol="0"/>
          <a:lstStyle/>
          <a:p>
            <a:endParaRPr/>
          </a:p>
        </p:txBody>
      </p:sp>
      <p:pic>
        <p:nvPicPr>
          <p:cNvPr id="37" name="bg object 37"/>
          <p:cNvPicPr/>
          <p:nvPr/>
        </p:nvPicPr>
        <p:blipFill>
          <a:blip r:embed="rId2" cstate="print"/>
          <a:stretch>
            <a:fillRect/>
          </a:stretch>
        </p:blipFill>
        <p:spPr>
          <a:xfrm>
            <a:off x="1604263" y="2183688"/>
            <a:ext cx="13954112" cy="3114675"/>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mc:Choice xmlns:p14="http://schemas.microsoft.com/office/powerpoint/2010/main" Requires="p14">
      <p:transition spd="slow" p14:dur="800" advTm="1000">
        <p:circle/>
      </p:transition>
    </mc:Choice>
    <mc:Fallback>
      <p:transition spd="slow" advTm="1000">
        <p:circl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C2C2DF"/>
          </a:solidFill>
        </p:spPr>
        <p:txBody>
          <a:bodyPr wrap="square" lIns="0" tIns="0" rIns="0" bIns="0" rtlCol="0"/>
          <a:lstStyle/>
          <a:p>
            <a:endParaRPr/>
          </a:p>
        </p:txBody>
      </p:sp>
      <p:sp>
        <p:nvSpPr>
          <p:cNvPr id="2" name="Holder 2"/>
          <p:cNvSpPr>
            <a:spLocks noGrp="1"/>
          </p:cNvSpPr>
          <p:nvPr>
            <p:ph type="title"/>
          </p:nvPr>
        </p:nvSpPr>
        <p:spPr>
          <a:xfrm>
            <a:off x="1558925" y="2307393"/>
            <a:ext cx="13948232" cy="954925"/>
          </a:xfrm>
          <a:prstGeom prst="rect">
            <a:avLst/>
          </a:prstGeom>
        </p:spPr>
        <p:txBody>
          <a:bodyPr wrap="square" lIns="0" tIns="0" rIns="0" bIns="0">
            <a:spAutoFit/>
          </a:bodyPr>
          <a:lstStyle>
            <a:lvl1pPr>
              <a:defRPr sz="4550" b="1" i="0">
                <a:solidFill>
                  <a:srgbClr val="18181A"/>
                </a:solidFill>
                <a:latin typeface="Verdana"/>
                <a:cs typeface="Verdana"/>
              </a:defRPr>
            </a:lvl1pPr>
          </a:lstStyle>
          <a:p>
            <a:endParaRPr/>
          </a:p>
        </p:txBody>
      </p:sp>
      <p:sp>
        <p:nvSpPr>
          <p:cNvPr id="3" name="Holder 3"/>
          <p:cNvSpPr>
            <a:spLocks noGrp="1"/>
          </p:cNvSpPr>
          <p:nvPr>
            <p:ph type="body" idx="1"/>
          </p:nvPr>
        </p:nvSpPr>
        <p:spPr>
          <a:xfrm>
            <a:off x="915035" y="2368931"/>
            <a:ext cx="16470630"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222238" y="9578721"/>
            <a:ext cx="5856224" cy="51498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5035" y="9578721"/>
            <a:ext cx="4209161" cy="51498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8/1/2024</a:t>
            </a:fld>
            <a:endParaRPr lang="en-US"/>
          </a:p>
        </p:txBody>
      </p:sp>
      <p:sp>
        <p:nvSpPr>
          <p:cNvPr id="6" name="Holder 6"/>
          <p:cNvSpPr>
            <a:spLocks noGrp="1"/>
          </p:cNvSpPr>
          <p:nvPr>
            <p:ph type="sldNum" sz="quarter" idx="7"/>
          </p:nvPr>
        </p:nvSpPr>
        <p:spPr>
          <a:xfrm>
            <a:off x="13176505" y="9578721"/>
            <a:ext cx="4209161" cy="51498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mc:Choice xmlns:p14="http://schemas.microsoft.com/office/powerpoint/2010/main" Requires="p14">
      <p:transition spd="slow" p14:dur="800" advTm="1000">
        <p:circle/>
      </p:transition>
    </mc:Choice>
    <mc:Fallback>
      <p:transition spd="slow" advTm="1000">
        <p:circle/>
      </p:transition>
    </mc:Fallback>
  </mc:AlternateConten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2699" y="3997325"/>
            <a:ext cx="10021570" cy="1469390"/>
          </a:xfrm>
          <a:prstGeom prst="rect">
            <a:avLst/>
          </a:prstGeom>
        </p:spPr>
        <p:txBody>
          <a:bodyPr vert="horz" wrap="square" lIns="0" tIns="7620" rIns="0" bIns="0" rtlCol="0">
            <a:spAutoFit/>
          </a:bodyPr>
          <a:lstStyle/>
          <a:p>
            <a:pPr marL="12700" marR="5080">
              <a:lnSpc>
                <a:spcPct val="101099"/>
              </a:lnSpc>
              <a:spcBef>
                <a:spcPts val="60"/>
              </a:spcBef>
            </a:pPr>
            <a:r>
              <a:rPr sz="4700" spc="-45" dirty="0">
                <a:latin typeface="Tahoma"/>
                <a:cs typeface="Tahoma"/>
              </a:rPr>
              <a:t>Revolutionizing</a:t>
            </a:r>
            <a:r>
              <a:rPr sz="4700" spc="-250" dirty="0">
                <a:latin typeface="Tahoma"/>
                <a:cs typeface="Tahoma"/>
              </a:rPr>
              <a:t> </a:t>
            </a:r>
            <a:r>
              <a:rPr sz="4700" spc="-10" dirty="0">
                <a:latin typeface="Tahoma"/>
                <a:cs typeface="Tahoma"/>
              </a:rPr>
              <a:t>Healthcare: </a:t>
            </a:r>
            <a:r>
              <a:rPr sz="4700" spc="-30" dirty="0">
                <a:latin typeface="Tahoma"/>
                <a:cs typeface="Tahoma"/>
              </a:rPr>
              <a:t>Developing</a:t>
            </a:r>
            <a:r>
              <a:rPr sz="4700" spc="-310" dirty="0">
                <a:latin typeface="Tahoma"/>
                <a:cs typeface="Tahoma"/>
              </a:rPr>
              <a:t> </a:t>
            </a:r>
            <a:r>
              <a:rPr sz="4700" spc="-50" dirty="0">
                <a:latin typeface="Tahoma"/>
                <a:cs typeface="Tahoma"/>
              </a:rPr>
              <a:t>an</a:t>
            </a:r>
            <a:r>
              <a:rPr sz="4700" spc="-305" dirty="0">
                <a:latin typeface="Tahoma"/>
                <a:cs typeface="Tahoma"/>
              </a:rPr>
              <a:t> </a:t>
            </a:r>
            <a:r>
              <a:rPr sz="4700" spc="-260" dirty="0">
                <a:latin typeface="Tahoma"/>
                <a:cs typeface="Tahoma"/>
              </a:rPr>
              <a:t>AI</a:t>
            </a:r>
            <a:r>
              <a:rPr sz="4700" spc="-305" dirty="0">
                <a:latin typeface="Tahoma"/>
                <a:cs typeface="Tahoma"/>
              </a:rPr>
              <a:t> </a:t>
            </a:r>
            <a:r>
              <a:rPr sz="4700" dirty="0">
                <a:latin typeface="Tahoma"/>
                <a:cs typeface="Tahoma"/>
              </a:rPr>
              <a:t>Model</a:t>
            </a:r>
            <a:r>
              <a:rPr sz="4700" spc="-305" dirty="0">
                <a:latin typeface="Tahoma"/>
                <a:cs typeface="Tahoma"/>
              </a:rPr>
              <a:t> </a:t>
            </a:r>
            <a:r>
              <a:rPr sz="4700" spc="-40" dirty="0">
                <a:latin typeface="Tahoma"/>
                <a:cs typeface="Tahoma"/>
              </a:rPr>
              <a:t>for</a:t>
            </a:r>
            <a:r>
              <a:rPr sz="4700" spc="-310" dirty="0">
                <a:latin typeface="Tahoma"/>
                <a:cs typeface="Tahoma"/>
              </a:rPr>
              <a:t> </a:t>
            </a:r>
            <a:r>
              <a:rPr sz="4700" spc="-10" dirty="0">
                <a:latin typeface="Tahoma"/>
                <a:cs typeface="Tahoma"/>
              </a:rPr>
              <a:t>Breast</a:t>
            </a:r>
            <a:endParaRPr sz="4700">
              <a:latin typeface="Tahoma"/>
              <a:cs typeface="Tahoma"/>
            </a:endParaRPr>
          </a:p>
        </p:txBody>
      </p:sp>
      <p:sp>
        <p:nvSpPr>
          <p:cNvPr id="3" name="object 3"/>
          <p:cNvSpPr txBox="1"/>
          <p:nvPr/>
        </p:nvSpPr>
        <p:spPr>
          <a:xfrm>
            <a:off x="1482699" y="5435600"/>
            <a:ext cx="5377815" cy="745490"/>
          </a:xfrm>
          <a:prstGeom prst="rect">
            <a:avLst/>
          </a:prstGeom>
        </p:spPr>
        <p:txBody>
          <a:bodyPr vert="horz" wrap="square" lIns="0" tIns="15875" rIns="0" bIns="0" rtlCol="0">
            <a:spAutoFit/>
          </a:bodyPr>
          <a:lstStyle/>
          <a:p>
            <a:pPr marL="12700">
              <a:lnSpc>
                <a:spcPct val="100000"/>
              </a:lnSpc>
              <a:spcBef>
                <a:spcPts val="125"/>
              </a:spcBef>
            </a:pPr>
            <a:r>
              <a:rPr sz="4700" b="1" spc="110" dirty="0">
                <a:solidFill>
                  <a:srgbClr val="18181A"/>
                </a:solidFill>
                <a:latin typeface="Tahoma"/>
                <a:cs typeface="Tahoma"/>
              </a:rPr>
              <a:t>Cancer</a:t>
            </a:r>
            <a:r>
              <a:rPr sz="4700" b="1" spc="-360" dirty="0">
                <a:solidFill>
                  <a:srgbClr val="18181A"/>
                </a:solidFill>
                <a:latin typeface="Tahoma"/>
                <a:cs typeface="Tahoma"/>
              </a:rPr>
              <a:t> </a:t>
            </a:r>
            <a:r>
              <a:rPr sz="4700" b="1" spc="-10" dirty="0">
                <a:solidFill>
                  <a:srgbClr val="18181A"/>
                </a:solidFill>
                <a:latin typeface="Tahoma"/>
                <a:cs typeface="Tahoma"/>
              </a:rPr>
              <a:t>Prediction</a:t>
            </a:r>
            <a:endParaRPr sz="4700">
              <a:latin typeface="Tahoma"/>
              <a:cs typeface="Tahoma"/>
            </a:endParaRPr>
          </a:p>
        </p:txBody>
      </p:sp>
      <p:sp>
        <p:nvSpPr>
          <p:cNvPr id="4" name="object 4"/>
          <p:cNvSpPr/>
          <p:nvPr/>
        </p:nvSpPr>
        <p:spPr>
          <a:xfrm>
            <a:off x="15957390" y="0"/>
            <a:ext cx="1807210" cy="5163185"/>
          </a:xfrm>
          <a:custGeom>
            <a:avLst/>
            <a:gdLst/>
            <a:ahLst/>
            <a:cxnLst/>
            <a:rect l="l" t="t" r="r" b="b"/>
            <a:pathLst>
              <a:path w="1807209" h="5163185">
                <a:moveTo>
                  <a:pt x="903461" y="5163019"/>
                </a:moveTo>
                <a:lnTo>
                  <a:pt x="0" y="5163019"/>
                </a:lnTo>
                <a:lnTo>
                  <a:pt x="0" y="0"/>
                </a:lnTo>
              </a:path>
              <a:path w="1807209" h="5163185">
                <a:moveTo>
                  <a:pt x="1807050" y="0"/>
                </a:moveTo>
                <a:lnTo>
                  <a:pt x="1807050" y="5163019"/>
                </a:lnTo>
                <a:lnTo>
                  <a:pt x="903461" y="5163019"/>
                </a:lnTo>
              </a:path>
            </a:pathLst>
          </a:custGeom>
          <a:ln w="76317">
            <a:solidFill>
              <a:srgbClr val="FFB700"/>
            </a:solidFill>
          </a:ln>
        </p:spPr>
        <p:txBody>
          <a:bodyPr wrap="square" lIns="0" tIns="0" rIns="0" bIns="0" rtlCol="0"/>
          <a:lstStyle/>
          <a:p>
            <a:endParaRPr/>
          </a:p>
        </p:txBody>
      </p:sp>
      <p:sp>
        <p:nvSpPr>
          <p:cNvPr id="5" name="object 5"/>
          <p:cNvSpPr/>
          <p:nvPr/>
        </p:nvSpPr>
        <p:spPr>
          <a:xfrm>
            <a:off x="13680693" y="9778318"/>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29282C"/>
          </a:solidFill>
        </p:spPr>
        <p:txBody>
          <a:bodyPr wrap="square" lIns="0" tIns="0" rIns="0" bIns="0" rtlCol="0"/>
          <a:lstStyle/>
          <a:p>
            <a:endParaRPr/>
          </a:p>
        </p:txBody>
      </p:sp>
      <p:sp>
        <p:nvSpPr>
          <p:cNvPr id="6" name="object 6"/>
          <p:cNvSpPr/>
          <p:nvPr/>
        </p:nvSpPr>
        <p:spPr>
          <a:xfrm>
            <a:off x="13680693" y="9233279"/>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575259"/>
          </a:solidFill>
        </p:spPr>
        <p:txBody>
          <a:bodyPr wrap="square" lIns="0" tIns="0" rIns="0" bIns="0" rtlCol="0"/>
          <a:lstStyle/>
          <a:p>
            <a:endParaRPr/>
          </a:p>
        </p:txBody>
      </p:sp>
      <p:sp>
        <p:nvSpPr>
          <p:cNvPr id="7" name="object 7"/>
          <p:cNvSpPr/>
          <p:nvPr/>
        </p:nvSpPr>
        <p:spPr>
          <a:xfrm>
            <a:off x="0" y="8673122"/>
            <a:ext cx="5295265" cy="1614170"/>
          </a:xfrm>
          <a:custGeom>
            <a:avLst/>
            <a:gdLst/>
            <a:ahLst/>
            <a:cxnLst/>
            <a:rect l="l" t="t" r="r" b="b"/>
            <a:pathLst>
              <a:path w="5295265" h="1614170">
                <a:moveTo>
                  <a:pt x="0" y="1613875"/>
                </a:moveTo>
                <a:lnTo>
                  <a:pt x="0" y="0"/>
                </a:lnTo>
                <a:lnTo>
                  <a:pt x="5295175" y="0"/>
                </a:lnTo>
                <a:lnTo>
                  <a:pt x="5295175" y="1613875"/>
                </a:lnTo>
                <a:lnTo>
                  <a:pt x="0" y="1613875"/>
                </a:lnTo>
                <a:close/>
              </a:path>
            </a:pathLst>
          </a:custGeom>
          <a:solidFill>
            <a:srgbClr val="18181A"/>
          </a:solidFill>
        </p:spPr>
        <p:txBody>
          <a:bodyPr wrap="square" lIns="0" tIns="0" rIns="0" bIns="0" rtlCol="0"/>
          <a:lstStyle/>
          <a:p>
            <a:endParaRPr/>
          </a:p>
        </p:txBody>
      </p:sp>
      <p:sp>
        <p:nvSpPr>
          <p:cNvPr id="8" name="object 8"/>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
        <p:nvSpPr>
          <p:cNvPr id="9" name="object 20">
            <a:extLst>
              <a:ext uri="{FF2B5EF4-FFF2-40B4-BE49-F238E27FC236}">
                <a16:creationId xmlns:a16="http://schemas.microsoft.com/office/drawing/2014/main" id="{176E9142-FF3E-943A-D173-85DEE16C9198}"/>
              </a:ext>
            </a:extLst>
          </p:cNvPr>
          <p:cNvSpPr/>
          <p:nvPr/>
        </p:nvSpPr>
        <p:spPr>
          <a:xfrm>
            <a:off x="13505927" y="9756457"/>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10" name="object 21">
            <a:extLst>
              <a:ext uri="{FF2B5EF4-FFF2-40B4-BE49-F238E27FC236}">
                <a16:creationId xmlns:a16="http://schemas.microsoft.com/office/drawing/2014/main" id="{AA7C9224-2BC1-F6BD-AE15-F322D1508ACE}"/>
              </a:ext>
            </a:extLst>
          </p:cNvPr>
          <p:cNvSpPr/>
          <p:nvPr/>
        </p:nvSpPr>
        <p:spPr>
          <a:xfrm>
            <a:off x="13505927" y="921142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575259"/>
          </a:solidFill>
        </p:spPr>
        <p:txBody>
          <a:bodyPr wrap="square" lIns="0" tIns="0" rIns="0" bIns="0" rtlCol="0"/>
          <a:lstStyle/>
          <a:p>
            <a:endParaRPr/>
          </a:p>
        </p:txBody>
      </p:sp>
      <p:sp>
        <p:nvSpPr>
          <p:cNvPr id="11" name="object 24">
            <a:extLst>
              <a:ext uri="{FF2B5EF4-FFF2-40B4-BE49-F238E27FC236}">
                <a16:creationId xmlns:a16="http://schemas.microsoft.com/office/drawing/2014/main" id="{4083519D-4956-253E-AB69-03431B2B9D94}"/>
              </a:ext>
            </a:extLst>
          </p:cNvPr>
          <p:cNvSpPr/>
          <p:nvPr/>
        </p:nvSpPr>
        <p:spPr>
          <a:xfrm>
            <a:off x="13950950" y="139396"/>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
        <p:nvSpPr>
          <p:cNvPr id="12" name="object 25">
            <a:extLst>
              <a:ext uri="{FF2B5EF4-FFF2-40B4-BE49-F238E27FC236}">
                <a16:creationId xmlns:a16="http://schemas.microsoft.com/office/drawing/2014/main" id="{8BC437CB-D3EB-1AAC-CE31-1071BC453CE1}"/>
              </a:ext>
            </a:extLst>
          </p:cNvPr>
          <p:cNvSpPr/>
          <p:nvPr/>
        </p:nvSpPr>
        <p:spPr>
          <a:xfrm>
            <a:off x="13505927" y="8651266"/>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069577"/>
            <a:ext cx="16861155" cy="8157209"/>
            <a:chOff x="0" y="1069577"/>
            <a:chExt cx="16861155" cy="8157209"/>
          </a:xfrm>
        </p:grpSpPr>
        <p:sp>
          <p:nvSpPr>
            <p:cNvPr id="3" name="object 3"/>
            <p:cNvSpPr/>
            <p:nvPr/>
          </p:nvSpPr>
          <p:spPr>
            <a:xfrm>
              <a:off x="1178640" y="1088656"/>
              <a:ext cx="8242300" cy="8119109"/>
            </a:xfrm>
            <a:custGeom>
              <a:avLst/>
              <a:gdLst/>
              <a:ahLst/>
              <a:cxnLst/>
              <a:rect l="l" t="t" r="r" b="b"/>
              <a:pathLst>
                <a:path w="8242300" h="8119109">
                  <a:moveTo>
                    <a:pt x="4121237" y="8118650"/>
                  </a:moveTo>
                  <a:lnTo>
                    <a:pt x="0" y="8118650"/>
                  </a:lnTo>
                  <a:lnTo>
                    <a:pt x="0" y="0"/>
                  </a:lnTo>
                  <a:lnTo>
                    <a:pt x="8241743" y="0"/>
                  </a:lnTo>
                  <a:lnTo>
                    <a:pt x="8241743" y="8118650"/>
                  </a:lnTo>
                  <a:lnTo>
                    <a:pt x="4121237" y="8118650"/>
                  </a:lnTo>
                  <a:close/>
                </a:path>
              </a:pathLst>
            </a:custGeom>
            <a:ln w="38159">
              <a:solidFill>
                <a:srgbClr val="29282C"/>
              </a:solidFill>
            </a:ln>
          </p:spPr>
          <p:txBody>
            <a:bodyPr wrap="square" lIns="0" tIns="0" rIns="0" bIns="0" rtlCol="0"/>
            <a:lstStyle/>
            <a:p>
              <a:endParaRPr/>
            </a:p>
          </p:txBody>
        </p:sp>
        <p:sp>
          <p:nvSpPr>
            <p:cNvPr id="4" name="object 4"/>
            <p:cNvSpPr/>
            <p:nvPr/>
          </p:nvSpPr>
          <p:spPr>
            <a:xfrm>
              <a:off x="0" y="1848955"/>
              <a:ext cx="16861155" cy="6589395"/>
            </a:xfrm>
            <a:custGeom>
              <a:avLst/>
              <a:gdLst/>
              <a:ahLst/>
              <a:cxnLst/>
              <a:rect l="l" t="t" r="r" b="b"/>
              <a:pathLst>
                <a:path w="16861155" h="6589395">
                  <a:moveTo>
                    <a:pt x="16860901" y="0"/>
                  </a:moveTo>
                  <a:lnTo>
                    <a:pt x="0" y="0"/>
                  </a:lnTo>
                  <a:lnTo>
                    <a:pt x="0" y="6589369"/>
                  </a:lnTo>
                  <a:lnTo>
                    <a:pt x="8430437" y="6589369"/>
                  </a:lnTo>
                  <a:lnTo>
                    <a:pt x="16860901" y="6589369"/>
                  </a:lnTo>
                  <a:lnTo>
                    <a:pt x="16860901" y="0"/>
                  </a:lnTo>
                  <a:close/>
                </a:path>
              </a:pathLst>
            </a:custGeom>
            <a:solidFill>
              <a:srgbClr val="FFFFFF"/>
            </a:solidFill>
          </p:spPr>
          <p:txBody>
            <a:bodyPr wrap="square" lIns="0" tIns="0" rIns="0" bIns="0" rtlCol="0"/>
            <a:lstStyle/>
            <a:p>
              <a:endParaRPr dirty="0"/>
            </a:p>
          </p:txBody>
        </p:sp>
      </p:grpSp>
      <p:grpSp>
        <p:nvGrpSpPr>
          <p:cNvPr id="5" name="object 5"/>
          <p:cNvGrpSpPr/>
          <p:nvPr/>
        </p:nvGrpSpPr>
        <p:grpSpPr>
          <a:xfrm>
            <a:off x="1169279" y="9591838"/>
            <a:ext cx="1590040" cy="394970"/>
            <a:chOff x="1169279" y="9591838"/>
            <a:chExt cx="1590040" cy="394970"/>
          </a:xfrm>
        </p:grpSpPr>
        <p:sp>
          <p:nvSpPr>
            <p:cNvPr id="6" name="object 6"/>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7" name="object 7"/>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8" name="object 8"/>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9" name="object 9"/>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0" name="object 10"/>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1" name="object 11"/>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2" name="object 12"/>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3" name="object 13"/>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4" name="object 14"/>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5" name="object 15"/>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6" name="object 16"/>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7" name="object 17"/>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8" name="object 18"/>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9" name="object 19"/>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20" name="object 20"/>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1" name="object 21"/>
          <p:cNvSpPr/>
          <p:nvPr/>
        </p:nvSpPr>
        <p:spPr>
          <a:xfrm>
            <a:off x="13680693" y="9233279"/>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575259"/>
          </a:solidFill>
        </p:spPr>
        <p:txBody>
          <a:bodyPr wrap="square" lIns="0" tIns="0" rIns="0" bIns="0" rtlCol="0"/>
          <a:lstStyle/>
          <a:p>
            <a:endParaRPr/>
          </a:p>
        </p:txBody>
      </p:sp>
      <p:sp>
        <p:nvSpPr>
          <p:cNvPr id="22" name="object 22"/>
          <p:cNvSpPr/>
          <p:nvPr/>
        </p:nvSpPr>
        <p:spPr>
          <a:xfrm>
            <a:off x="0" y="0"/>
            <a:ext cx="5295265" cy="1612265"/>
          </a:xfrm>
          <a:custGeom>
            <a:avLst/>
            <a:gdLst/>
            <a:ahLst/>
            <a:cxnLst/>
            <a:rect l="l" t="t" r="r" b="b"/>
            <a:pathLst>
              <a:path w="5295265" h="1612265">
                <a:moveTo>
                  <a:pt x="5295175" y="0"/>
                </a:moveTo>
                <a:lnTo>
                  <a:pt x="0" y="0"/>
                </a:lnTo>
                <a:lnTo>
                  <a:pt x="0" y="1611998"/>
                </a:lnTo>
                <a:lnTo>
                  <a:pt x="5295175" y="1611998"/>
                </a:lnTo>
                <a:lnTo>
                  <a:pt x="5295175" y="0"/>
                </a:lnTo>
                <a:close/>
              </a:path>
            </a:pathLst>
          </a:custGeom>
          <a:solidFill>
            <a:srgbClr val="18181A"/>
          </a:solidFill>
        </p:spPr>
        <p:txBody>
          <a:bodyPr wrap="square" lIns="0" tIns="0" rIns="0" bIns="0" rtlCol="0"/>
          <a:lstStyle/>
          <a:p>
            <a:endParaRPr/>
          </a:p>
        </p:txBody>
      </p:sp>
      <p:sp>
        <p:nvSpPr>
          <p:cNvPr id="23" name="object 23"/>
          <p:cNvSpPr/>
          <p:nvPr/>
        </p:nvSpPr>
        <p:spPr>
          <a:xfrm>
            <a:off x="15957295"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
        <p:nvSpPr>
          <p:cNvPr id="24" name="object 24"/>
          <p:cNvSpPr/>
          <p:nvPr/>
        </p:nvSpPr>
        <p:spPr>
          <a:xfrm>
            <a:off x="14125716" y="161252"/>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
        <p:nvSpPr>
          <p:cNvPr id="25" name="object 25"/>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
        <p:nvSpPr>
          <p:cNvPr id="26" name="object 2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6000" spc="-550" dirty="0"/>
              <a:t>Introduction</a:t>
            </a:r>
            <a:r>
              <a:rPr sz="6000" spc="-665" dirty="0"/>
              <a:t> </a:t>
            </a:r>
            <a:r>
              <a:rPr sz="6000" spc="-450" dirty="0"/>
              <a:t>to</a:t>
            </a:r>
            <a:r>
              <a:rPr sz="6000" spc="-655" dirty="0"/>
              <a:t> </a:t>
            </a:r>
            <a:r>
              <a:rPr sz="6000" spc="-900" dirty="0"/>
              <a:t>AI</a:t>
            </a:r>
            <a:r>
              <a:rPr sz="6000" spc="-655" dirty="0"/>
              <a:t> </a:t>
            </a:r>
            <a:r>
              <a:rPr sz="6000" spc="-495" dirty="0"/>
              <a:t>in</a:t>
            </a:r>
            <a:r>
              <a:rPr sz="6000" spc="-655" dirty="0"/>
              <a:t> </a:t>
            </a:r>
            <a:r>
              <a:rPr sz="6000" spc="-475" dirty="0"/>
              <a:t>Healthcare</a:t>
            </a:r>
            <a:endParaRPr sz="6000"/>
          </a:p>
        </p:txBody>
      </p:sp>
      <p:pic>
        <p:nvPicPr>
          <p:cNvPr id="27" name="object 27"/>
          <p:cNvPicPr/>
          <p:nvPr/>
        </p:nvPicPr>
        <p:blipFill>
          <a:blip r:embed="rId2" cstate="print"/>
          <a:stretch>
            <a:fillRect/>
          </a:stretch>
        </p:blipFill>
        <p:spPr>
          <a:xfrm>
            <a:off x="1585709" y="3640950"/>
            <a:ext cx="2889618" cy="291871"/>
          </a:xfrm>
          <a:prstGeom prst="rect">
            <a:avLst/>
          </a:prstGeom>
        </p:spPr>
      </p:pic>
      <p:pic>
        <p:nvPicPr>
          <p:cNvPr id="28" name="object 28"/>
          <p:cNvPicPr/>
          <p:nvPr/>
        </p:nvPicPr>
        <p:blipFill>
          <a:blip r:embed="rId3" cstate="print"/>
          <a:stretch>
            <a:fillRect/>
          </a:stretch>
        </p:blipFill>
        <p:spPr>
          <a:xfrm>
            <a:off x="1595755" y="4374375"/>
            <a:ext cx="3411207" cy="288823"/>
          </a:xfrm>
          <a:prstGeom prst="rect">
            <a:avLst/>
          </a:prstGeom>
        </p:spPr>
      </p:pic>
      <p:sp>
        <p:nvSpPr>
          <p:cNvPr id="29" name="object 29"/>
          <p:cNvSpPr txBox="1"/>
          <p:nvPr/>
        </p:nvSpPr>
        <p:spPr>
          <a:xfrm>
            <a:off x="1559636" y="3562305"/>
            <a:ext cx="13329919" cy="1486535"/>
          </a:xfrm>
          <a:prstGeom prst="rect">
            <a:avLst/>
          </a:prstGeom>
        </p:spPr>
        <p:txBody>
          <a:bodyPr vert="horz" wrap="square" lIns="0" tIns="6350" rIns="0" bIns="0" rtlCol="0">
            <a:spAutoFit/>
          </a:bodyPr>
          <a:lstStyle/>
          <a:p>
            <a:pPr marL="12700" marR="5080" indent="2967990">
              <a:lnSpc>
                <a:spcPct val="101600"/>
              </a:lnSpc>
              <a:spcBef>
                <a:spcPts val="50"/>
              </a:spcBef>
            </a:pPr>
            <a:r>
              <a:rPr sz="2400" spc="-65" dirty="0">
                <a:solidFill>
                  <a:srgbClr val="18181A"/>
                </a:solidFill>
                <a:latin typeface="Verdana"/>
                <a:cs typeface="Verdana"/>
              </a:rPr>
              <a:t>is</a:t>
            </a:r>
            <a:r>
              <a:rPr sz="2400" spc="-290" dirty="0">
                <a:solidFill>
                  <a:srgbClr val="18181A"/>
                </a:solidFill>
                <a:latin typeface="Verdana"/>
                <a:cs typeface="Verdana"/>
              </a:rPr>
              <a:t> </a:t>
            </a:r>
            <a:r>
              <a:rPr sz="2400" spc="-100" dirty="0">
                <a:solidFill>
                  <a:srgbClr val="18181A"/>
                </a:solidFill>
                <a:latin typeface="Verdana"/>
                <a:cs typeface="Verdana"/>
              </a:rPr>
              <a:t>transforming</a:t>
            </a:r>
            <a:r>
              <a:rPr sz="2400" spc="-285" dirty="0">
                <a:solidFill>
                  <a:srgbClr val="18181A"/>
                </a:solidFill>
                <a:latin typeface="Verdana"/>
                <a:cs typeface="Verdana"/>
              </a:rPr>
              <a:t> </a:t>
            </a:r>
            <a:r>
              <a:rPr sz="2400" spc="-90" dirty="0">
                <a:solidFill>
                  <a:srgbClr val="18181A"/>
                </a:solidFill>
                <a:latin typeface="Verdana"/>
                <a:cs typeface="Verdana"/>
              </a:rPr>
              <a:t>healthcare</a:t>
            </a:r>
            <a:r>
              <a:rPr sz="2400" spc="-285" dirty="0">
                <a:solidFill>
                  <a:srgbClr val="18181A"/>
                </a:solidFill>
                <a:latin typeface="Verdana"/>
                <a:cs typeface="Verdana"/>
              </a:rPr>
              <a:t> </a:t>
            </a:r>
            <a:r>
              <a:rPr sz="2400" spc="-155" dirty="0">
                <a:solidFill>
                  <a:srgbClr val="18181A"/>
                </a:solidFill>
                <a:latin typeface="Verdana"/>
                <a:cs typeface="Verdana"/>
              </a:rPr>
              <a:t>by</a:t>
            </a:r>
            <a:r>
              <a:rPr sz="2400" spc="-285" dirty="0">
                <a:solidFill>
                  <a:srgbClr val="18181A"/>
                </a:solidFill>
                <a:latin typeface="Verdana"/>
                <a:cs typeface="Verdana"/>
              </a:rPr>
              <a:t> </a:t>
            </a:r>
            <a:r>
              <a:rPr sz="2400" spc="-105" dirty="0">
                <a:solidFill>
                  <a:srgbClr val="18181A"/>
                </a:solidFill>
                <a:latin typeface="Verdana"/>
                <a:cs typeface="Verdana"/>
              </a:rPr>
              <a:t>providing</a:t>
            </a:r>
            <a:r>
              <a:rPr sz="2400" spc="-290" dirty="0">
                <a:solidFill>
                  <a:srgbClr val="18181A"/>
                </a:solidFill>
                <a:latin typeface="Verdana"/>
                <a:cs typeface="Verdana"/>
              </a:rPr>
              <a:t> </a:t>
            </a:r>
            <a:r>
              <a:rPr sz="2400" spc="-120" dirty="0">
                <a:solidFill>
                  <a:srgbClr val="18181A"/>
                </a:solidFill>
                <a:latin typeface="Verdana"/>
                <a:cs typeface="Verdana"/>
              </a:rPr>
              <a:t>innovative</a:t>
            </a:r>
            <a:r>
              <a:rPr sz="2400" spc="-285" dirty="0">
                <a:solidFill>
                  <a:srgbClr val="18181A"/>
                </a:solidFill>
                <a:latin typeface="Verdana"/>
                <a:cs typeface="Verdana"/>
              </a:rPr>
              <a:t> </a:t>
            </a:r>
            <a:r>
              <a:rPr sz="2400" spc="-75" dirty="0">
                <a:solidFill>
                  <a:srgbClr val="18181A"/>
                </a:solidFill>
                <a:latin typeface="Verdana"/>
                <a:cs typeface="Verdana"/>
              </a:rPr>
              <a:t>solutions</a:t>
            </a:r>
            <a:r>
              <a:rPr sz="2400" spc="-285" dirty="0">
                <a:solidFill>
                  <a:srgbClr val="18181A"/>
                </a:solidFill>
                <a:latin typeface="Verdana"/>
                <a:cs typeface="Verdana"/>
              </a:rPr>
              <a:t> </a:t>
            </a:r>
            <a:r>
              <a:rPr sz="2400" spc="-55" dirty="0">
                <a:solidFill>
                  <a:srgbClr val="18181A"/>
                </a:solidFill>
                <a:latin typeface="Verdana"/>
                <a:cs typeface="Verdana"/>
              </a:rPr>
              <a:t>for</a:t>
            </a:r>
            <a:r>
              <a:rPr sz="2400" spc="-285" dirty="0">
                <a:solidFill>
                  <a:srgbClr val="18181A"/>
                </a:solidFill>
                <a:latin typeface="Verdana"/>
                <a:cs typeface="Verdana"/>
              </a:rPr>
              <a:t> </a:t>
            </a:r>
            <a:r>
              <a:rPr sz="2400" spc="-10" dirty="0">
                <a:solidFill>
                  <a:srgbClr val="18181A"/>
                </a:solidFill>
                <a:latin typeface="Verdana"/>
                <a:cs typeface="Verdana"/>
              </a:rPr>
              <a:t>early </a:t>
            </a:r>
            <a:r>
              <a:rPr sz="2400" spc="-110" dirty="0">
                <a:solidFill>
                  <a:srgbClr val="18181A"/>
                </a:solidFill>
                <a:latin typeface="Verdana"/>
                <a:cs typeface="Verdana"/>
              </a:rPr>
              <a:t>diagnosis.</a:t>
            </a:r>
            <a:r>
              <a:rPr sz="2400" spc="-285" dirty="0">
                <a:solidFill>
                  <a:srgbClr val="18181A"/>
                </a:solidFill>
                <a:latin typeface="Verdana"/>
                <a:cs typeface="Verdana"/>
              </a:rPr>
              <a:t> </a:t>
            </a:r>
            <a:r>
              <a:rPr sz="2400" spc="-60" dirty="0">
                <a:solidFill>
                  <a:srgbClr val="18181A"/>
                </a:solidFill>
                <a:latin typeface="Verdana"/>
                <a:cs typeface="Verdana"/>
              </a:rPr>
              <a:t>This</a:t>
            </a:r>
            <a:r>
              <a:rPr sz="2400" spc="-285" dirty="0">
                <a:solidFill>
                  <a:srgbClr val="18181A"/>
                </a:solidFill>
                <a:latin typeface="Verdana"/>
                <a:cs typeface="Verdana"/>
              </a:rPr>
              <a:t> </a:t>
            </a:r>
            <a:r>
              <a:rPr sz="2400" spc="-90" dirty="0">
                <a:solidFill>
                  <a:srgbClr val="18181A"/>
                </a:solidFill>
                <a:latin typeface="Verdana"/>
                <a:cs typeface="Verdana"/>
              </a:rPr>
              <a:t>presentation</a:t>
            </a:r>
            <a:r>
              <a:rPr sz="2400" spc="-285" dirty="0">
                <a:solidFill>
                  <a:srgbClr val="18181A"/>
                </a:solidFill>
                <a:latin typeface="Verdana"/>
                <a:cs typeface="Verdana"/>
              </a:rPr>
              <a:t> </a:t>
            </a:r>
            <a:r>
              <a:rPr sz="2400" spc="-90" dirty="0">
                <a:solidFill>
                  <a:srgbClr val="18181A"/>
                </a:solidFill>
                <a:latin typeface="Verdana"/>
                <a:cs typeface="Verdana"/>
              </a:rPr>
              <a:t>explores</a:t>
            </a:r>
            <a:r>
              <a:rPr sz="2400" spc="-285" dirty="0">
                <a:solidFill>
                  <a:srgbClr val="18181A"/>
                </a:solidFill>
                <a:latin typeface="Verdana"/>
                <a:cs typeface="Verdana"/>
              </a:rPr>
              <a:t> </a:t>
            </a:r>
            <a:r>
              <a:rPr sz="2400" spc="-75" dirty="0">
                <a:solidFill>
                  <a:srgbClr val="18181A"/>
                </a:solidFill>
                <a:latin typeface="Verdana"/>
                <a:cs typeface="Verdana"/>
              </a:rPr>
              <a:t>the</a:t>
            </a:r>
            <a:r>
              <a:rPr sz="2400" spc="-285" dirty="0">
                <a:solidFill>
                  <a:srgbClr val="18181A"/>
                </a:solidFill>
                <a:latin typeface="Verdana"/>
                <a:cs typeface="Verdana"/>
              </a:rPr>
              <a:t> </a:t>
            </a:r>
            <a:r>
              <a:rPr sz="2400" spc="-100" dirty="0">
                <a:solidFill>
                  <a:srgbClr val="18181A"/>
                </a:solidFill>
                <a:latin typeface="Verdana"/>
                <a:cs typeface="Verdana"/>
              </a:rPr>
              <a:t>development</a:t>
            </a:r>
            <a:r>
              <a:rPr sz="2400" spc="-280" dirty="0">
                <a:solidFill>
                  <a:srgbClr val="18181A"/>
                </a:solidFill>
                <a:latin typeface="Verdana"/>
                <a:cs typeface="Verdana"/>
              </a:rPr>
              <a:t> </a:t>
            </a:r>
            <a:r>
              <a:rPr sz="2400" spc="-10" dirty="0">
                <a:solidFill>
                  <a:srgbClr val="18181A"/>
                </a:solidFill>
                <a:latin typeface="Verdana"/>
                <a:cs typeface="Verdana"/>
              </a:rPr>
              <a:t>of</a:t>
            </a:r>
            <a:r>
              <a:rPr sz="2400" spc="-285" dirty="0">
                <a:solidFill>
                  <a:srgbClr val="18181A"/>
                </a:solidFill>
                <a:latin typeface="Verdana"/>
                <a:cs typeface="Verdana"/>
              </a:rPr>
              <a:t> </a:t>
            </a:r>
            <a:r>
              <a:rPr sz="2400" spc="-145" dirty="0">
                <a:solidFill>
                  <a:srgbClr val="18181A"/>
                </a:solidFill>
                <a:latin typeface="Verdana"/>
                <a:cs typeface="Verdana"/>
              </a:rPr>
              <a:t>an</a:t>
            </a:r>
            <a:r>
              <a:rPr sz="2400" spc="-285" dirty="0">
                <a:solidFill>
                  <a:srgbClr val="18181A"/>
                </a:solidFill>
                <a:latin typeface="Verdana"/>
                <a:cs typeface="Verdana"/>
              </a:rPr>
              <a:t> </a:t>
            </a:r>
            <a:r>
              <a:rPr sz="2400" spc="-114" dirty="0">
                <a:solidFill>
                  <a:srgbClr val="18181A"/>
                </a:solidFill>
                <a:latin typeface="Verdana"/>
                <a:cs typeface="Verdana"/>
              </a:rPr>
              <a:t>AI</a:t>
            </a:r>
            <a:r>
              <a:rPr sz="2400" spc="-285" dirty="0">
                <a:solidFill>
                  <a:srgbClr val="18181A"/>
                </a:solidFill>
                <a:latin typeface="Verdana"/>
                <a:cs typeface="Verdana"/>
              </a:rPr>
              <a:t> </a:t>
            </a:r>
            <a:r>
              <a:rPr sz="2400" spc="-95" dirty="0">
                <a:solidFill>
                  <a:srgbClr val="18181A"/>
                </a:solidFill>
                <a:latin typeface="Verdana"/>
                <a:cs typeface="Verdana"/>
              </a:rPr>
              <a:t>model</a:t>
            </a:r>
            <a:r>
              <a:rPr sz="2400" spc="-285" dirty="0">
                <a:solidFill>
                  <a:srgbClr val="18181A"/>
                </a:solidFill>
                <a:latin typeface="Verdana"/>
                <a:cs typeface="Verdana"/>
              </a:rPr>
              <a:t> </a:t>
            </a:r>
            <a:r>
              <a:rPr sz="2400" spc="-65" dirty="0">
                <a:solidFill>
                  <a:srgbClr val="18181A"/>
                </a:solidFill>
                <a:latin typeface="Verdana"/>
                <a:cs typeface="Verdana"/>
              </a:rPr>
              <a:t>specifically</a:t>
            </a:r>
            <a:r>
              <a:rPr sz="2400" spc="-280" dirty="0">
                <a:solidFill>
                  <a:srgbClr val="18181A"/>
                </a:solidFill>
                <a:latin typeface="Verdana"/>
                <a:cs typeface="Verdana"/>
              </a:rPr>
              <a:t> </a:t>
            </a:r>
            <a:r>
              <a:rPr sz="2400" spc="-75" dirty="0">
                <a:solidFill>
                  <a:srgbClr val="18181A"/>
                </a:solidFill>
                <a:latin typeface="Verdana"/>
                <a:cs typeface="Verdana"/>
              </a:rPr>
              <a:t>designed</a:t>
            </a:r>
            <a:r>
              <a:rPr sz="2400" spc="-285" dirty="0">
                <a:solidFill>
                  <a:srgbClr val="18181A"/>
                </a:solidFill>
                <a:latin typeface="Verdana"/>
                <a:cs typeface="Verdana"/>
              </a:rPr>
              <a:t> </a:t>
            </a:r>
            <a:r>
              <a:rPr sz="2400" spc="-25" dirty="0">
                <a:solidFill>
                  <a:srgbClr val="18181A"/>
                </a:solidFill>
                <a:latin typeface="Verdana"/>
                <a:cs typeface="Verdana"/>
              </a:rPr>
              <a:t>for</a:t>
            </a:r>
            <a:endParaRPr sz="2400">
              <a:latin typeface="Verdana"/>
              <a:cs typeface="Verdana"/>
            </a:endParaRPr>
          </a:p>
          <a:p>
            <a:pPr marL="3456304">
              <a:lnSpc>
                <a:spcPts val="2835"/>
              </a:lnSpc>
            </a:pPr>
            <a:r>
              <a:rPr sz="2400" spc="-370" dirty="0">
                <a:solidFill>
                  <a:srgbClr val="18181A"/>
                </a:solidFill>
                <a:latin typeface="Verdana"/>
                <a:cs typeface="Verdana"/>
              </a:rPr>
              <a:t>,</a:t>
            </a:r>
            <a:r>
              <a:rPr sz="2400" spc="-300" dirty="0">
                <a:solidFill>
                  <a:srgbClr val="18181A"/>
                </a:solidFill>
                <a:latin typeface="Verdana"/>
                <a:cs typeface="Verdana"/>
              </a:rPr>
              <a:t> </a:t>
            </a:r>
            <a:r>
              <a:rPr sz="2400" spc="-125" dirty="0">
                <a:solidFill>
                  <a:srgbClr val="18181A"/>
                </a:solidFill>
                <a:latin typeface="Verdana"/>
                <a:cs typeface="Verdana"/>
              </a:rPr>
              <a:t>aiming</a:t>
            </a:r>
            <a:r>
              <a:rPr sz="2400" spc="-295" dirty="0">
                <a:solidFill>
                  <a:srgbClr val="18181A"/>
                </a:solidFill>
                <a:latin typeface="Verdana"/>
                <a:cs typeface="Verdana"/>
              </a:rPr>
              <a:t> </a:t>
            </a:r>
            <a:r>
              <a:rPr sz="2400" spc="-55" dirty="0">
                <a:solidFill>
                  <a:srgbClr val="18181A"/>
                </a:solidFill>
                <a:latin typeface="Verdana"/>
                <a:cs typeface="Verdana"/>
              </a:rPr>
              <a:t>to</a:t>
            </a:r>
            <a:r>
              <a:rPr sz="2400" spc="-300" dirty="0">
                <a:solidFill>
                  <a:srgbClr val="18181A"/>
                </a:solidFill>
                <a:latin typeface="Verdana"/>
                <a:cs typeface="Verdana"/>
              </a:rPr>
              <a:t> </a:t>
            </a:r>
            <a:r>
              <a:rPr sz="2400" spc="-95" dirty="0">
                <a:solidFill>
                  <a:srgbClr val="18181A"/>
                </a:solidFill>
                <a:latin typeface="Verdana"/>
                <a:cs typeface="Verdana"/>
              </a:rPr>
              <a:t>enhance</a:t>
            </a:r>
            <a:r>
              <a:rPr sz="2400" spc="-295" dirty="0">
                <a:solidFill>
                  <a:srgbClr val="18181A"/>
                </a:solidFill>
                <a:latin typeface="Verdana"/>
                <a:cs typeface="Verdana"/>
              </a:rPr>
              <a:t> </a:t>
            </a:r>
            <a:r>
              <a:rPr sz="2400" spc="-90" dirty="0">
                <a:solidFill>
                  <a:srgbClr val="18181A"/>
                </a:solidFill>
                <a:latin typeface="Verdana"/>
                <a:cs typeface="Verdana"/>
              </a:rPr>
              <a:t>patient</a:t>
            </a:r>
            <a:r>
              <a:rPr sz="2400" spc="-300" dirty="0">
                <a:solidFill>
                  <a:srgbClr val="18181A"/>
                </a:solidFill>
                <a:latin typeface="Verdana"/>
                <a:cs typeface="Verdana"/>
              </a:rPr>
              <a:t> </a:t>
            </a:r>
            <a:r>
              <a:rPr sz="2400" spc="-75" dirty="0">
                <a:solidFill>
                  <a:srgbClr val="18181A"/>
                </a:solidFill>
                <a:latin typeface="Verdana"/>
                <a:cs typeface="Verdana"/>
              </a:rPr>
              <a:t>outcomes</a:t>
            </a:r>
            <a:r>
              <a:rPr sz="2400" spc="-295" dirty="0">
                <a:solidFill>
                  <a:srgbClr val="18181A"/>
                </a:solidFill>
                <a:latin typeface="Verdana"/>
                <a:cs typeface="Verdana"/>
              </a:rPr>
              <a:t> </a:t>
            </a:r>
            <a:r>
              <a:rPr sz="2400" spc="-125" dirty="0">
                <a:solidFill>
                  <a:srgbClr val="18181A"/>
                </a:solidFill>
                <a:latin typeface="Verdana"/>
                <a:cs typeface="Verdana"/>
              </a:rPr>
              <a:t>and</a:t>
            </a:r>
            <a:r>
              <a:rPr sz="2400" spc="-300" dirty="0">
                <a:solidFill>
                  <a:srgbClr val="18181A"/>
                </a:solidFill>
                <a:latin typeface="Verdana"/>
                <a:cs typeface="Verdana"/>
              </a:rPr>
              <a:t> </a:t>
            </a:r>
            <a:r>
              <a:rPr sz="2400" spc="-100" dirty="0">
                <a:solidFill>
                  <a:srgbClr val="18181A"/>
                </a:solidFill>
                <a:latin typeface="Verdana"/>
                <a:cs typeface="Verdana"/>
              </a:rPr>
              <a:t>streamline</a:t>
            </a:r>
            <a:r>
              <a:rPr sz="2400" spc="-295" dirty="0">
                <a:solidFill>
                  <a:srgbClr val="18181A"/>
                </a:solidFill>
                <a:latin typeface="Verdana"/>
                <a:cs typeface="Verdana"/>
              </a:rPr>
              <a:t> </a:t>
            </a:r>
            <a:r>
              <a:rPr sz="2400" spc="-10" dirty="0">
                <a:solidFill>
                  <a:srgbClr val="18181A"/>
                </a:solidFill>
                <a:latin typeface="Verdana"/>
                <a:cs typeface="Verdana"/>
              </a:rPr>
              <a:t>diagnostic</a:t>
            </a:r>
            <a:endParaRPr sz="2400">
              <a:latin typeface="Verdana"/>
              <a:cs typeface="Verdana"/>
            </a:endParaRPr>
          </a:p>
          <a:p>
            <a:pPr marL="12700">
              <a:lnSpc>
                <a:spcPts val="2865"/>
              </a:lnSpc>
            </a:pPr>
            <a:r>
              <a:rPr sz="2400" spc="-10" dirty="0">
                <a:solidFill>
                  <a:srgbClr val="18181A"/>
                </a:solidFill>
                <a:latin typeface="Verdana"/>
                <a:cs typeface="Verdana"/>
              </a:rPr>
              <a:t>processes.</a:t>
            </a:r>
            <a:endParaRPr sz="2400">
              <a:latin typeface="Verdana"/>
              <a:cs typeface="Verdana"/>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92440" y="5713628"/>
            <a:ext cx="6368415" cy="551180"/>
          </a:xfrm>
          <a:prstGeom prst="rect">
            <a:avLst/>
          </a:prstGeom>
        </p:spPr>
        <p:txBody>
          <a:bodyPr vert="horz" wrap="square" lIns="0" tIns="12065" rIns="0" bIns="0" rtlCol="0">
            <a:spAutoFit/>
          </a:bodyPr>
          <a:lstStyle/>
          <a:p>
            <a:pPr marL="12700">
              <a:lnSpc>
                <a:spcPct val="100000"/>
              </a:lnSpc>
              <a:spcBef>
                <a:spcPts val="95"/>
              </a:spcBef>
            </a:pPr>
            <a:r>
              <a:rPr sz="3450" b="1" spc="-275" dirty="0">
                <a:solidFill>
                  <a:srgbClr val="18181A"/>
                </a:solidFill>
                <a:latin typeface="Verdana"/>
                <a:cs typeface="Verdana"/>
              </a:rPr>
              <a:t>Understanding</a:t>
            </a:r>
            <a:r>
              <a:rPr sz="3450" b="1" spc="-350" dirty="0">
                <a:solidFill>
                  <a:srgbClr val="18181A"/>
                </a:solidFill>
                <a:latin typeface="Verdana"/>
                <a:cs typeface="Verdana"/>
              </a:rPr>
              <a:t> </a:t>
            </a:r>
            <a:r>
              <a:rPr sz="3450" b="1" spc="-285" dirty="0">
                <a:solidFill>
                  <a:srgbClr val="18181A"/>
                </a:solidFill>
                <a:latin typeface="Verdana"/>
                <a:cs typeface="Verdana"/>
              </a:rPr>
              <a:t>Breast</a:t>
            </a:r>
            <a:r>
              <a:rPr sz="3450" b="1" spc="-350" dirty="0">
                <a:solidFill>
                  <a:srgbClr val="18181A"/>
                </a:solidFill>
                <a:latin typeface="Verdana"/>
                <a:cs typeface="Verdana"/>
              </a:rPr>
              <a:t> </a:t>
            </a:r>
            <a:r>
              <a:rPr sz="3450" b="1" spc="-130" dirty="0">
                <a:solidFill>
                  <a:srgbClr val="18181A"/>
                </a:solidFill>
                <a:latin typeface="Verdana"/>
                <a:cs typeface="Verdana"/>
              </a:rPr>
              <a:t>Cancer</a:t>
            </a:r>
            <a:endParaRPr sz="3450">
              <a:latin typeface="Verdana"/>
              <a:cs typeface="Verdana"/>
            </a:endParaRPr>
          </a:p>
        </p:txBody>
      </p:sp>
      <p:pic>
        <p:nvPicPr>
          <p:cNvPr id="3" name="object 3"/>
          <p:cNvPicPr/>
          <p:nvPr/>
        </p:nvPicPr>
        <p:blipFill>
          <a:blip r:embed="rId2" cstate="print"/>
          <a:stretch>
            <a:fillRect/>
          </a:stretch>
        </p:blipFill>
        <p:spPr>
          <a:xfrm>
            <a:off x="12545285" y="6063564"/>
            <a:ext cx="2145313" cy="188645"/>
          </a:xfrm>
          <a:prstGeom prst="rect">
            <a:avLst/>
          </a:prstGeom>
        </p:spPr>
      </p:pic>
      <p:pic>
        <p:nvPicPr>
          <p:cNvPr id="4" name="object 4"/>
          <p:cNvPicPr/>
          <p:nvPr/>
        </p:nvPicPr>
        <p:blipFill>
          <a:blip r:embed="rId3" cstate="print"/>
          <a:stretch>
            <a:fillRect/>
          </a:stretch>
        </p:blipFill>
        <p:spPr>
          <a:xfrm>
            <a:off x="10645038" y="6349314"/>
            <a:ext cx="1222806" cy="188645"/>
          </a:xfrm>
          <a:prstGeom prst="rect">
            <a:avLst/>
          </a:prstGeom>
        </p:spPr>
      </p:pic>
      <p:sp>
        <p:nvSpPr>
          <p:cNvPr id="5" name="object 5"/>
          <p:cNvSpPr txBox="1"/>
          <p:nvPr/>
        </p:nvSpPr>
        <p:spPr>
          <a:xfrm>
            <a:off x="8506206" y="5713628"/>
            <a:ext cx="7040880" cy="1168400"/>
          </a:xfrm>
          <a:prstGeom prst="rect">
            <a:avLst/>
          </a:prstGeom>
        </p:spPr>
        <p:txBody>
          <a:bodyPr vert="horz" wrap="square" lIns="0" tIns="11430" rIns="0" bIns="0" rtlCol="0">
            <a:spAutoFit/>
          </a:bodyPr>
          <a:lstStyle/>
          <a:p>
            <a:pPr marL="12700" marR="623570">
              <a:lnSpc>
                <a:spcPct val="101400"/>
              </a:lnSpc>
              <a:spcBef>
                <a:spcPts val="90"/>
              </a:spcBef>
              <a:tabLst>
                <a:tab pos="6181725" algn="l"/>
              </a:tabLst>
            </a:pPr>
            <a:r>
              <a:rPr sz="1850" spc="-45" dirty="0">
                <a:solidFill>
                  <a:srgbClr val="18181A"/>
                </a:solidFill>
                <a:latin typeface="Verdana"/>
                <a:cs typeface="Verdana"/>
              </a:rPr>
              <a:t>Breast</a:t>
            </a:r>
            <a:r>
              <a:rPr sz="1850" spc="-220" dirty="0">
                <a:solidFill>
                  <a:srgbClr val="18181A"/>
                </a:solidFill>
                <a:latin typeface="Verdana"/>
                <a:cs typeface="Verdana"/>
              </a:rPr>
              <a:t> </a:t>
            </a:r>
            <a:r>
              <a:rPr sz="1850" spc="-40" dirty="0">
                <a:solidFill>
                  <a:srgbClr val="18181A"/>
                </a:solidFill>
                <a:latin typeface="Verdana"/>
                <a:cs typeface="Verdana"/>
              </a:rPr>
              <a:t>cancer</a:t>
            </a:r>
            <a:r>
              <a:rPr sz="1850" spc="-220" dirty="0">
                <a:solidFill>
                  <a:srgbClr val="18181A"/>
                </a:solidFill>
                <a:latin typeface="Verdana"/>
                <a:cs typeface="Verdana"/>
              </a:rPr>
              <a:t> </a:t>
            </a:r>
            <a:r>
              <a:rPr sz="1850" spc="-50" dirty="0">
                <a:solidFill>
                  <a:srgbClr val="18181A"/>
                </a:solidFill>
                <a:latin typeface="Verdana"/>
                <a:cs typeface="Verdana"/>
              </a:rPr>
              <a:t>is</a:t>
            </a:r>
            <a:r>
              <a:rPr sz="1850" spc="-220" dirty="0">
                <a:solidFill>
                  <a:srgbClr val="18181A"/>
                </a:solidFill>
                <a:latin typeface="Verdana"/>
                <a:cs typeface="Verdana"/>
              </a:rPr>
              <a:t> </a:t>
            </a:r>
            <a:r>
              <a:rPr sz="1850" spc="-50" dirty="0">
                <a:solidFill>
                  <a:srgbClr val="18181A"/>
                </a:solidFill>
                <a:latin typeface="Verdana"/>
                <a:cs typeface="Verdana"/>
              </a:rPr>
              <a:t>one</a:t>
            </a:r>
            <a:r>
              <a:rPr sz="1850" spc="-220" dirty="0">
                <a:solidFill>
                  <a:srgbClr val="18181A"/>
                </a:solidFill>
                <a:latin typeface="Verdana"/>
                <a:cs typeface="Verdana"/>
              </a:rPr>
              <a:t> </a:t>
            </a:r>
            <a:r>
              <a:rPr sz="1850" dirty="0">
                <a:solidFill>
                  <a:srgbClr val="18181A"/>
                </a:solidFill>
                <a:latin typeface="Verdana"/>
                <a:cs typeface="Verdana"/>
              </a:rPr>
              <a:t>of</a:t>
            </a:r>
            <a:r>
              <a:rPr sz="1850" spc="-215" dirty="0">
                <a:solidFill>
                  <a:srgbClr val="18181A"/>
                </a:solidFill>
                <a:latin typeface="Verdana"/>
                <a:cs typeface="Verdana"/>
              </a:rPr>
              <a:t> </a:t>
            </a:r>
            <a:r>
              <a:rPr sz="1850" spc="-50" dirty="0">
                <a:solidFill>
                  <a:srgbClr val="18181A"/>
                </a:solidFill>
                <a:latin typeface="Verdana"/>
                <a:cs typeface="Verdana"/>
              </a:rPr>
              <a:t>the</a:t>
            </a:r>
            <a:r>
              <a:rPr sz="1850" spc="-220" dirty="0">
                <a:solidFill>
                  <a:srgbClr val="18181A"/>
                </a:solidFill>
                <a:latin typeface="Verdana"/>
                <a:cs typeface="Verdana"/>
              </a:rPr>
              <a:t> </a:t>
            </a:r>
            <a:r>
              <a:rPr sz="1850" spc="-50" dirty="0">
                <a:solidFill>
                  <a:srgbClr val="18181A"/>
                </a:solidFill>
                <a:latin typeface="Verdana"/>
                <a:cs typeface="Verdana"/>
              </a:rPr>
              <a:t>most</a:t>
            </a:r>
            <a:r>
              <a:rPr sz="1850" spc="-220" dirty="0">
                <a:solidFill>
                  <a:srgbClr val="18181A"/>
                </a:solidFill>
                <a:latin typeface="Verdana"/>
                <a:cs typeface="Verdana"/>
              </a:rPr>
              <a:t> </a:t>
            </a:r>
            <a:r>
              <a:rPr sz="1850" spc="-75" dirty="0">
                <a:solidFill>
                  <a:srgbClr val="18181A"/>
                </a:solidFill>
                <a:latin typeface="Verdana"/>
                <a:cs typeface="Verdana"/>
              </a:rPr>
              <a:t>prevalent</a:t>
            </a:r>
            <a:r>
              <a:rPr sz="1850" spc="-220" dirty="0">
                <a:solidFill>
                  <a:srgbClr val="18181A"/>
                </a:solidFill>
                <a:latin typeface="Verdana"/>
                <a:cs typeface="Verdana"/>
              </a:rPr>
              <a:t> </a:t>
            </a:r>
            <a:r>
              <a:rPr sz="1850" spc="-40" dirty="0">
                <a:solidFill>
                  <a:srgbClr val="18181A"/>
                </a:solidFill>
                <a:latin typeface="Verdana"/>
                <a:cs typeface="Verdana"/>
              </a:rPr>
              <a:t>cancers</a:t>
            </a:r>
            <a:r>
              <a:rPr sz="1850" spc="-215" dirty="0">
                <a:solidFill>
                  <a:srgbClr val="18181A"/>
                </a:solidFill>
                <a:latin typeface="Verdana"/>
                <a:cs typeface="Verdana"/>
              </a:rPr>
              <a:t> </a:t>
            </a:r>
            <a:r>
              <a:rPr sz="1850" spc="-10" dirty="0">
                <a:solidFill>
                  <a:srgbClr val="18181A"/>
                </a:solidFill>
                <a:latin typeface="Verdana"/>
                <a:cs typeface="Verdana"/>
              </a:rPr>
              <a:t>among </a:t>
            </a:r>
            <a:r>
              <a:rPr sz="1850" spc="-105" dirty="0">
                <a:solidFill>
                  <a:srgbClr val="18181A"/>
                </a:solidFill>
                <a:latin typeface="Verdana"/>
                <a:cs typeface="Verdana"/>
              </a:rPr>
              <a:t>women.</a:t>
            </a:r>
            <a:r>
              <a:rPr sz="1850" spc="-210" dirty="0">
                <a:solidFill>
                  <a:srgbClr val="18181A"/>
                </a:solidFill>
                <a:latin typeface="Verdana"/>
                <a:cs typeface="Verdana"/>
              </a:rPr>
              <a:t> </a:t>
            </a:r>
            <a:r>
              <a:rPr sz="1850" spc="-80" dirty="0">
                <a:solidFill>
                  <a:srgbClr val="18181A"/>
                </a:solidFill>
                <a:latin typeface="Verdana"/>
                <a:cs typeface="Verdana"/>
              </a:rPr>
              <a:t>Early</a:t>
            </a:r>
            <a:r>
              <a:rPr sz="1850" spc="-210" dirty="0">
                <a:solidFill>
                  <a:srgbClr val="18181A"/>
                </a:solidFill>
                <a:latin typeface="Verdana"/>
                <a:cs typeface="Verdana"/>
              </a:rPr>
              <a:t> </a:t>
            </a:r>
            <a:r>
              <a:rPr sz="1850" spc="-40" dirty="0">
                <a:solidFill>
                  <a:srgbClr val="18181A"/>
                </a:solidFill>
                <a:latin typeface="Verdana"/>
                <a:cs typeface="Verdana"/>
              </a:rPr>
              <a:t>detection</a:t>
            </a:r>
            <a:r>
              <a:rPr sz="1850" spc="-215" dirty="0">
                <a:solidFill>
                  <a:srgbClr val="18181A"/>
                </a:solidFill>
                <a:latin typeface="Verdana"/>
                <a:cs typeface="Verdana"/>
              </a:rPr>
              <a:t> </a:t>
            </a:r>
            <a:r>
              <a:rPr sz="1850" spc="-50" dirty="0">
                <a:solidFill>
                  <a:srgbClr val="18181A"/>
                </a:solidFill>
                <a:latin typeface="Verdana"/>
                <a:cs typeface="Verdana"/>
              </a:rPr>
              <a:t>is</a:t>
            </a:r>
            <a:r>
              <a:rPr sz="1850" spc="-215" dirty="0">
                <a:solidFill>
                  <a:srgbClr val="18181A"/>
                </a:solidFill>
                <a:latin typeface="Verdana"/>
                <a:cs typeface="Verdana"/>
              </a:rPr>
              <a:t> </a:t>
            </a:r>
            <a:r>
              <a:rPr sz="1850" spc="-55" dirty="0">
                <a:solidFill>
                  <a:srgbClr val="18181A"/>
                </a:solidFill>
                <a:latin typeface="Verdana"/>
                <a:cs typeface="Verdana"/>
              </a:rPr>
              <a:t>crucial</a:t>
            </a:r>
            <a:r>
              <a:rPr sz="1850" spc="-204" dirty="0">
                <a:solidFill>
                  <a:srgbClr val="18181A"/>
                </a:solidFill>
                <a:latin typeface="Verdana"/>
                <a:cs typeface="Verdana"/>
              </a:rPr>
              <a:t> </a:t>
            </a:r>
            <a:r>
              <a:rPr sz="1850" spc="-25" dirty="0">
                <a:solidFill>
                  <a:srgbClr val="18181A"/>
                </a:solidFill>
                <a:latin typeface="Verdana"/>
                <a:cs typeface="Verdana"/>
              </a:rPr>
              <a:t>for</a:t>
            </a:r>
            <a:r>
              <a:rPr sz="1850" dirty="0">
                <a:solidFill>
                  <a:srgbClr val="18181A"/>
                </a:solidFill>
                <a:latin typeface="Verdana"/>
                <a:cs typeface="Verdana"/>
              </a:rPr>
              <a:t>	</a:t>
            </a:r>
            <a:r>
              <a:rPr sz="1850" spc="-345" dirty="0">
                <a:solidFill>
                  <a:srgbClr val="18181A"/>
                </a:solidFill>
                <a:latin typeface="Verdana"/>
                <a:cs typeface="Verdana"/>
              </a:rPr>
              <a:t>.</a:t>
            </a:r>
            <a:endParaRPr sz="1850">
              <a:latin typeface="Verdana"/>
              <a:cs typeface="Verdana"/>
            </a:endParaRPr>
          </a:p>
          <a:p>
            <a:pPr marL="12700" marR="5080">
              <a:lnSpc>
                <a:spcPts val="2250"/>
              </a:lnSpc>
              <a:spcBef>
                <a:spcPts val="80"/>
              </a:spcBef>
              <a:tabLst>
                <a:tab pos="3413125" algn="l"/>
              </a:tabLst>
            </a:pPr>
            <a:r>
              <a:rPr sz="1850" spc="-65" dirty="0">
                <a:solidFill>
                  <a:srgbClr val="18181A"/>
                </a:solidFill>
                <a:latin typeface="Verdana"/>
                <a:cs typeface="Verdana"/>
              </a:rPr>
              <a:t>Understanding</a:t>
            </a:r>
            <a:r>
              <a:rPr sz="1850" spc="-150" dirty="0">
                <a:solidFill>
                  <a:srgbClr val="18181A"/>
                </a:solidFill>
                <a:latin typeface="Verdana"/>
                <a:cs typeface="Verdana"/>
              </a:rPr>
              <a:t> </a:t>
            </a:r>
            <a:r>
              <a:rPr sz="1850" spc="-25" dirty="0">
                <a:solidFill>
                  <a:srgbClr val="18181A"/>
                </a:solidFill>
                <a:latin typeface="Verdana"/>
                <a:cs typeface="Verdana"/>
              </a:rPr>
              <a:t>the</a:t>
            </a:r>
            <a:r>
              <a:rPr sz="1850" dirty="0">
                <a:solidFill>
                  <a:srgbClr val="18181A"/>
                </a:solidFill>
                <a:latin typeface="Verdana"/>
                <a:cs typeface="Verdana"/>
              </a:rPr>
              <a:t>	</a:t>
            </a:r>
            <a:r>
              <a:rPr sz="1850" spc="-80" dirty="0">
                <a:solidFill>
                  <a:srgbClr val="18181A"/>
                </a:solidFill>
                <a:latin typeface="Verdana"/>
                <a:cs typeface="Verdana"/>
              </a:rPr>
              <a:t>and</a:t>
            </a:r>
            <a:r>
              <a:rPr sz="1850" spc="-225" dirty="0">
                <a:solidFill>
                  <a:srgbClr val="18181A"/>
                </a:solidFill>
                <a:latin typeface="Verdana"/>
                <a:cs typeface="Verdana"/>
              </a:rPr>
              <a:t> </a:t>
            </a:r>
            <a:r>
              <a:rPr sz="1850" spc="-70" dirty="0">
                <a:solidFill>
                  <a:srgbClr val="18181A"/>
                </a:solidFill>
                <a:latin typeface="Verdana"/>
                <a:cs typeface="Verdana"/>
              </a:rPr>
              <a:t>symptoms</a:t>
            </a:r>
            <a:r>
              <a:rPr sz="1850" spc="-225" dirty="0">
                <a:solidFill>
                  <a:srgbClr val="18181A"/>
                </a:solidFill>
                <a:latin typeface="Verdana"/>
                <a:cs typeface="Verdana"/>
              </a:rPr>
              <a:t> </a:t>
            </a:r>
            <a:r>
              <a:rPr sz="1850" spc="-50" dirty="0">
                <a:solidFill>
                  <a:srgbClr val="18181A"/>
                </a:solidFill>
                <a:latin typeface="Verdana"/>
                <a:cs typeface="Verdana"/>
              </a:rPr>
              <a:t>can</a:t>
            </a:r>
            <a:r>
              <a:rPr sz="1850" spc="-225" dirty="0">
                <a:solidFill>
                  <a:srgbClr val="18181A"/>
                </a:solidFill>
                <a:latin typeface="Verdana"/>
                <a:cs typeface="Verdana"/>
              </a:rPr>
              <a:t> </a:t>
            </a:r>
            <a:r>
              <a:rPr sz="1850" spc="-65" dirty="0">
                <a:solidFill>
                  <a:srgbClr val="18181A"/>
                </a:solidFill>
                <a:latin typeface="Verdana"/>
                <a:cs typeface="Verdana"/>
              </a:rPr>
              <a:t>lead</a:t>
            </a:r>
            <a:r>
              <a:rPr sz="1850" spc="-220" dirty="0">
                <a:solidFill>
                  <a:srgbClr val="18181A"/>
                </a:solidFill>
                <a:latin typeface="Verdana"/>
                <a:cs typeface="Verdana"/>
              </a:rPr>
              <a:t> </a:t>
            </a:r>
            <a:r>
              <a:rPr sz="1850" spc="-30" dirty="0">
                <a:solidFill>
                  <a:srgbClr val="18181A"/>
                </a:solidFill>
                <a:latin typeface="Verdana"/>
                <a:cs typeface="Verdana"/>
              </a:rPr>
              <a:t>to</a:t>
            </a:r>
            <a:r>
              <a:rPr sz="1850" spc="-225" dirty="0">
                <a:solidFill>
                  <a:srgbClr val="18181A"/>
                </a:solidFill>
                <a:latin typeface="Verdana"/>
                <a:cs typeface="Verdana"/>
              </a:rPr>
              <a:t> </a:t>
            </a:r>
            <a:r>
              <a:rPr sz="1850" spc="-45" dirty="0">
                <a:solidFill>
                  <a:srgbClr val="18181A"/>
                </a:solidFill>
                <a:latin typeface="Verdana"/>
                <a:cs typeface="Verdana"/>
              </a:rPr>
              <a:t>timely </a:t>
            </a:r>
            <a:r>
              <a:rPr sz="1850" spc="-60" dirty="0">
                <a:solidFill>
                  <a:srgbClr val="18181A"/>
                </a:solidFill>
                <a:latin typeface="Verdana"/>
                <a:cs typeface="Verdana"/>
              </a:rPr>
              <a:t>medical</a:t>
            </a:r>
            <a:r>
              <a:rPr sz="1850" spc="-180" dirty="0">
                <a:solidFill>
                  <a:srgbClr val="18181A"/>
                </a:solidFill>
                <a:latin typeface="Verdana"/>
                <a:cs typeface="Verdana"/>
              </a:rPr>
              <a:t> </a:t>
            </a:r>
            <a:r>
              <a:rPr sz="1850" spc="-70" dirty="0">
                <a:solidFill>
                  <a:srgbClr val="18181A"/>
                </a:solidFill>
                <a:latin typeface="Verdana"/>
                <a:cs typeface="Verdana"/>
              </a:rPr>
              <a:t>intervention</a:t>
            </a:r>
            <a:r>
              <a:rPr sz="1850" spc="-185" dirty="0">
                <a:solidFill>
                  <a:srgbClr val="18181A"/>
                </a:solidFill>
                <a:latin typeface="Verdana"/>
                <a:cs typeface="Verdana"/>
              </a:rPr>
              <a:t> </a:t>
            </a:r>
            <a:r>
              <a:rPr sz="1850" spc="-80" dirty="0">
                <a:solidFill>
                  <a:srgbClr val="18181A"/>
                </a:solidFill>
                <a:latin typeface="Verdana"/>
                <a:cs typeface="Verdana"/>
              </a:rPr>
              <a:t>and</a:t>
            </a:r>
            <a:r>
              <a:rPr sz="1850" spc="-185" dirty="0">
                <a:solidFill>
                  <a:srgbClr val="18181A"/>
                </a:solidFill>
                <a:latin typeface="Verdana"/>
                <a:cs typeface="Verdana"/>
              </a:rPr>
              <a:t> </a:t>
            </a:r>
            <a:r>
              <a:rPr sz="1850" spc="-60" dirty="0">
                <a:solidFill>
                  <a:srgbClr val="18181A"/>
                </a:solidFill>
                <a:latin typeface="Verdana"/>
                <a:cs typeface="Verdana"/>
              </a:rPr>
              <a:t>significantly</a:t>
            </a:r>
            <a:r>
              <a:rPr sz="1850" spc="-185" dirty="0">
                <a:solidFill>
                  <a:srgbClr val="18181A"/>
                </a:solidFill>
                <a:latin typeface="Verdana"/>
                <a:cs typeface="Verdana"/>
              </a:rPr>
              <a:t> </a:t>
            </a:r>
            <a:r>
              <a:rPr sz="1850" spc="-85" dirty="0">
                <a:solidFill>
                  <a:srgbClr val="18181A"/>
                </a:solidFill>
                <a:latin typeface="Verdana"/>
                <a:cs typeface="Verdana"/>
              </a:rPr>
              <a:t>improve</a:t>
            </a:r>
            <a:r>
              <a:rPr sz="1850" spc="-185" dirty="0">
                <a:solidFill>
                  <a:srgbClr val="18181A"/>
                </a:solidFill>
                <a:latin typeface="Verdana"/>
                <a:cs typeface="Verdana"/>
              </a:rPr>
              <a:t> </a:t>
            </a:r>
            <a:r>
              <a:rPr sz="1850" spc="-85" dirty="0">
                <a:solidFill>
                  <a:srgbClr val="18181A"/>
                </a:solidFill>
                <a:latin typeface="Verdana"/>
                <a:cs typeface="Verdana"/>
              </a:rPr>
              <a:t>survival</a:t>
            </a:r>
            <a:r>
              <a:rPr sz="1850" spc="-180" dirty="0">
                <a:solidFill>
                  <a:srgbClr val="18181A"/>
                </a:solidFill>
                <a:latin typeface="Verdana"/>
                <a:cs typeface="Verdana"/>
              </a:rPr>
              <a:t> </a:t>
            </a:r>
            <a:r>
              <a:rPr sz="1850" spc="-10" dirty="0">
                <a:solidFill>
                  <a:srgbClr val="18181A"/>
                </a:solidFill>
                <a:latin typeface="Verdana"/>
                <a:cs typeface="Verdana"/>
              </a:rPr>
              <a:t>rates.</a:t>
            </a:r>
            <a:endParaRPr sz="1850">
              <a:latin typeface="Verdana"/>
              <a:cs typeface="Verdana"/>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118342"/>
            <a:ext cx="16861155" cy="8157209"/>
            <a:chOff x="0" y="1069577"/>
            <a:chExt cx="16861155" cy="8157209"/>
          </a:xfrm>
        </p:grpSpPr>
        <p:sp>
          <p:nvSpPr>
            <p:cNvPr id="3" name="object 3"/>
            <p:cNvSpPr/>
            <p:nvPr/>
          </p:nvSpPr>
          <p:spPr>
            <a:xfrm>
              <a:off x="1178640" y="1088656"/>
              <a:ext cx="8242300" cy="8119109"/>
            </a:xfrm>
            <a:custGeom>
              <a:avLst/>
              <a:gdLst/>
              <a:ahLst/>
              <a:cxnLst/>
              <a:rect l="l" t="t" r="r" b="b"/>
              <a:pathLst>
                <a:path w="8242300" h="8119109">
                  <a:moveTo>
                    <a:pt x="4121237" y="8118650"/>
                  </a:moveTo>
                  <a:lnTo>
                    <a:pt x="0" y="8118650"/>
                  </a:lnTo>
                  <a:lnTo>
                    <a:pt x="0" y="0"/>
                  </a:lnTo>
                  <a:lnTo>
                    <a:pt x="8241743" y="0"/>
                  </a:lnTo>
                  <a:lnTo>
                    <a:pt x="8241743" y="8118650"/>
                  </a:lnTo>
                  <a:lnTo>
                    <a:pt x="4121237" y="8118650"/>
                  </a:lnTo>
                  <a:close/>
                </a:path>
              </a:pathLst>
            </a:custGeom>
            <a:ln w="38159">
              <a:solidFill>
                <a:srgbClr val="29282C"/>
              </a:solidFill>
            </a:ln>
          </p:spPr>
          <p:txBody>
            <a:bodyPr wrap="square" lIns="0" tIns="0" rIns="0" bIns="0" rtlCol="0"/>
            <a:lstStyle/>
            <a:p>
              <a:endParaRPr/>
            </a:p>
          </p:txBody>
        </p:sp>
        <p:sp>
          <p:nvSpPr>
            <p:cNvPr id="4" name="object 4"/>
            <p:cNvSpPr/>
            <p:nvPr/>
          </p:nvSpPr>
          <p:spPr>
            <a:xfrm>
              <a:off x="0" y="1848955"/>
              <a:ext cx="16861155" cy="6589395"/>
            </a:xfrm>
            <a:custGeom>
              <a:avLst/>
              <a:gdLst/>
              <a:ahLst/>
              <a:cxnLst/>
              <a:rect l="l" t="t" r="r" b="b"/>
              <a:pathLst>
                <a:path w="16861155" h="6589395">
                  <a:moveTo>
                    <a:pt x="16860901" y="0"/>
                  </a:moveTo>
                  <a:lnTo>
                    <a:pt x="0" y="0"/>
                  </a:lnTo>
                  <a:lnTo>
                    <a:pt x="0" y="6589369"/>
                  </a:lnTo>
                  <a:lnTo>
                    <a:pt x="8430437" y="6589369"/>
                  </a:lnTo>
                  <a:lnTo>
                    <a:pt x="16860901" y="6589369"/>
                  </a:lnTo>
                  <a:lnTo>
                    <a:pt x="16860901" y="0"/>
                  </a:lnTo>
                  <a:close/>
                </a:path>
              </a:pathLst>
            </a:custGeom>
            <a:solidFill>
              <a:srgbClr val="FFFFFF"/>
            </a:solidFill>
          </p:spPr>
          <p:txBody>
            <a:bodyPr wrap="square" lIns="0" tIns="0" rIns="0" bIns="0" rtlCol="0"/>
            <a:lstStyle/>
            <a:p>
              <a:endParaRPr dirty="0"/>
            </a:p>
          </p:txBody>
        </p:sp>
      </p:grpSp>
      <p:sp>
        <p:nvSpPr>
          <p:cNvPr id="20" name="object 20"/>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1" name="object 21"/>
          <p:cNvSpPr/>
          <p:nvPr/>
        </p:nvSpPr>
        <p:spPr>
          <a:xfrm>
            <a:off x="13680693" y="9233279"/>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575259"/>
          </a:solidFill>
        </p:spPr>
        <p:txBody>
          <a:bodyPr wrap="square" lIns="0" tIns="0" rIns="0" bIns="0" rtlCol="0"/>
          <a:lstStyle/>
          <a:p>
            <a:endParaRPr/>
          </a:p>
        </p:txBody>
      </p:sp>
      <p:sp>
        <p:nvSpPr>
          <p:cNvPr id="22" name="object 22"/>
          <p:cNvSpPr/>
          <p:nvPr/>
        </p:nvSpPr>
        <p:spPr>
          <a:xfrm>
            <a:off x="0" y="0"/>
            <a:ext cx="5295265" cy="1612265"/>
          </a:xfrm>
          <a:custGeom>
            <a:avLst/>
            <a:gdLst/>
            <a:ahLst/>
            <a:cxnLst/>
            <a:rect l="l" t="t" r="r" b="b"/>
            <a:pathLst>
              <a:path w="5295265" h="1612265">
                <a:moveTo>
                  <a:pt x="5295175" y="0"/>
                </a:moveTo>
                <a:lnTo>
                  <a:pt x="0" y="0"/>
                </a:lnTo>
                <a:lnTo>
                  <a:pt x="0" y="1611998"/>
                </a:lnTo>
                <a:lnTo>
                  <a:pt x="5295175" y="1611998"/>
                </a:lnTo>
                <a:lnTo>
                  <a:pt x="5295175" y="0"/>
                </a:lnTo>
                <a:close/>
              </a:path>
            </a:pathLst>
          </a:custGeom>
          <a:solidFill>
            <a:srgbClr val="18181A"/>
          </a:solidFill>
        </p:spPr>
        <p:txBody>
          <a:bodyPr wrap="square" lIns="0" tIns="0" rIns="0" bIns="0" rtlCol="0"/>
          <a:lstStyle/>
          <a:p>
            <a:endParaRPr/>
          </a:p>
        </p:txBody>
      </p:sp>
      <p:sp>
        <p:nvSpPr>
          <p:cNvPr id="23" name="object 23"/>
          <p:cNvSpPr/>
          <p:nvPr/>
        </p:nvSpPr>
        <p:spPr>
          <a:xfrm>
            <a:off x="16167797"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
        <p:nvSpPr>
          <p:cNvPr id="24" name="object 24"/>
          <p:cNvSpPr/>
          <p:nvPr/>
        </p:nvSpPr>
        <p:spPr>
          <a:xfrm>
            <a:off x="14125716" y="161252"/>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
        <p:nvSpPr>
          <p:cNvPr id="25" name="object 25"/>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
        <p:nvSpPr>
          <p:cNvPr id="30" name="Title 1">
            <a:extLst>
              <a:ext uri="{FF2B5EF4-FFF2-40B4-BE49-F238E27FC236}">
                <a16:creationId xmlns:a16="http://schemas.microsoft.com/office/drawing/2014/main" id="{643963B4-A212-34FB-1FF3-4C488EC08DC7}"/>
              </a:ext>
            </a:extLst>
          </p:cNvPr>
          <p:cNvSpPr txBox="1">
            <a:spLocks/>
          </p:cNvSpPr>
          <p:nvPr/>
        </p:nvSpPr>
        <p:spPr>
          <a:xfrm>
            <a:off x="1609622" y="2233138"/>
            <a:ext cx="6143625" cy="2100575"/>
          </a:xfrm>
          <a:prstGeom prst="rect">
            <a:avLst/>
          </a:prstGeom>
        </p:spPr>
        <p:txBody>
          <a:bodyPr wrap="square" lIns="0" tIns="0" rIns="0" bIns="0">
            <a:spAutoFit/>
          </a:bodyPr>
          <a:lstStyle>
            <a:lvl1pPr>
              <a:defRPr sz="4550" b="1" i="0">
                <a:solidFill>
                  <a:srgbClr val="18181A"/>
                </a:solidFill>
                <a:latin typeface="Verdana"/>
                <a:ea typeface="+mj-ea"/>
                <a:cs typeface="Verdana"/>
              </a:defRPr>
            </a:lvl1pPr>
          </a:lstStyle>
          <a:p>
            <a:r>
              <a:rPr lang="en-US" dirty="0"/>
              <a:t>Technological Innovations in Predictions</a:t>
            </a:r>
            <a:endParaRPr lang="en-IN" dirty="0"/>
          </a:p>
        </p:txBody>
      </p:sp>
      <p:sp>
        <p:nvSpPr>
          <p:cNvPr id="33" name="TextBox 32">
            <a:extLst>
              <a:ext uri="{FF2B5EF4-FFF2-40B4-BE49-F238E27FC236}">
                <a16:creationId xmlns:a16="http://schemas.microsoft.com/office/drawing/2014/main" id="{BFE246E4-D05F-E902-DEDE-06619D89DC17}"/>
              </a:ext>
            </a:extLst>
          </p:cNvPr>
          <p:cNvSpPr txBox="1"/>
          <p:nvPr/>
        </p:nvSpPr>
        <p:spPr>
          <a:xfrm>
            <a:off x="1178639" y="5094012"/>
            <a:ext cx="7323647" cy="1631216"/>
          </a:xfrm>
          <a:prstGeom prst="rect">
            <a:avLst/>
          </a:prstGeom>
          <a:noFill/>
        </p:spPr>
        <p:txBody>
          <a:bodyPr wrap="square" rtlCol="0">
            <a:spAutoFit/>
          </a:bodyPr>
          <a:lstStyle/>
          <a:p>
            <a:r>
              <a:rPr lang="en-US" sz="1950" dirty="0">
                <a:latin typeface="Tahoma" panose="020B0604030504040204" pitchFamily="34" charset="0"/>
                <a:ea typeface="Tahoma" panose="020B0604030504040204" pitchFamily="34" charset="0"/>
                <a:cs typeface="Tahoma" panose="020B0604030504040204" pitchFamily="34" charset="0"/>
              </a:rPr>
              <a:t>The integration of </a:t>
            </a:r>
            <a:r>
              <a:rPr lang="en-US" sz="1950" b="1" dirty="0">
                <a:latin typeface="Tahoma" panose="020B0604030504040204" pitchFamily="34" charset="0"/>
                <a:ea typeface="Tahoma" panose="020B0604030504040204" pitchFamily="34" charset="0"/>
                <a:cs typeface="Tahoma" panose="020B0604030504040204" pitchFamily="34" charset="0"/>
              </a:rPr>
              <a:t>Artificial Intelligence</a:t>
            </a:r>
            <a:r>
              <a:rPr lang="en-US" sz="1950" dirty="0">
                <a:latin typeface="Tahoma" panose="020B0604030504040204" pitchFamily="34" charset="0"/>
                <a:ea typeface="Tahoma" panose="020B0604030504040204" pitchFamily="34" charset="0"/>
                <a:cs typeface="Tahoma" panose="020B0604030504040204" pitchFamily="34" charset="0"/>
              </a:rPr>
              <a:t> and </a:t>
            </a:r>
            <a:r>
              <a:rPr lang="en-US" sz="1950" b="1" dirty="0">
                <a:latin typeface="Tahoma" panose="020B0604030504040204" pitchFamily="34" charset="0"/>
                <a:ea typeface="Tahoma" panose="020B0604030504040204" pitchFamily="34" charset="0"/>
                <a:cs typeface="Tahoma" panose="020B0604030504040204" pitchFamily="34" charset="0"/>
              </a:rPr>
              <a:t>Machine Learning</a:t>
            </a:r>
            <a:r>
              <a:rPr lang="en-US" sz="1950" dirty="0">
                <a:latin typeface="Tahoma" panose="020B0604030504040204" pitchFamily="34" charset="0"/>
                <a:ea typeface="Tahoma" panose="020B0604030504040204" pitchFamily="34" charset="0"/>
                <a:cs typeface="Tahoma" panose="020B0604030504040204" pitchFamily="34" charset="0"/>
              </a:rPr>
              <a:t> in breast cancer prediction models has revolutionized the way we analyze data. These technologies enable more accurate </a:t>
            </a:r>
            <a:r>
              <a:rPr lang="en-US" sz="1950" b="1" dirty="0">
                <a:latin typeface="Tahoma" panose="020B0604030504040204" pitchFamily="34" charset="0"/>
                <a:ea typeface="Tahoma" panose="020B0604030504040204" pitchFamily="34" charset="0"/>
                <a:cs typeface="Tahoma" panose="020B0604030504040204" pitchFamily="34" charset="0"/>
              </a:rPr>
              <a:t>risk assessments</a:t>
            </a:r>
            <a:r>
              <a:rPr lang="en-US" sz="1950" dirty="0">
                <a:latin typeface="Tahoma" panose="020B0604030504040204" pitchFamily="34" charset="0"/>
                <a:ea typeface="Tahoma" panose="020B0604030504040204" pitchFamily="34" charset="0"/>
                <a:cs typeface="Tahoma" panose="020B0604030504040204" pitchFamily="34" charset="0"/>
              </a:rPr>
              <a:t> and personalized treatment plans, ultimately leading to better patient outcomes.</a:t>
            </a:r>
            <a:endParaRPr lang="en-IN" sz="1950" dirty="0">
              <a:latin typeface="Tahoma" panose="020B0604030504040204" pitchFamily="34" charset="0"/>
              <a:ea typeface="Tahoma" panose="020B0604030504040204" pitchFamily="34" charset="0"/>
              <a:cs typeface="Tahoma" panose="020B0604030504040204" pitchFamily="34" charset="0"/>
            </a:endParaRPr>
          </a:p>
        </p:txBody>
      </p:sp>
      <p:pic>
        <p:nvPicPr>
          <p:cNvPr id="34" name="object 7">
            <a:extLst>
              <a:ext uri="{FF2B5EF4-FFF2-40B4-BE49-F238E27FC236}">
                <a16:creationId xmlns:a16="http://schemas.microsoft.com/office/drawing/2014/main" id="{12669250-CE33-46B8-6AE6-33B563D6453C}"/>
              </a:ext>
            </a:extLst>
          </p:cNvPr>
          <p:cNvPicPr/>
          <p:nvPr/>
        </p:nvPicPr>
        <p:blipFill>
          <a:blip r:embed="rId2" cstate="print"/>
          <a:stretch>
            <a:fillRect/>
          </a:stretch>
        </p:blipFill>
        <p:spPr>
          <a:xfrm>
            <a:off x="9599104" y="2195512"/>
            <a:ext cx="5895974" cy="5895974"/>
          </a:xfrm>
          <a:prstGeom prst="rect">
            <a:avLst/>
          </a:prstGeom>
        </p:spPr>
      </p:pic>
      <p:grpSp>
        <p:nvGrpSpPr>
          <p:cNvPr id="26" name="object 5"/>
          <p:cNvGrpSpPr/>
          <p:nvPr/>
        </p:nvGrpSpPr>
        <p:grpSpPr>
          <a:xfrm>
            <a:off x="1169279" y="9591838"/>
            <a:ext cx="1590040" cy="394970"/>
            <a:chOff x="1169279" y="9591838"/>
            <a:chExt cx="1590040" cy="394970"/>
          </a:xfrm>
        </p:grpSpPr>
        <p:sp>
          <p:nvSpPr>
            <p:cNvPr id="27" name="object 6"/>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28" name="object 7"/>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29" name="object 8"/>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31" name="object 9"/>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32" name="object 10"/>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35" name="object 11"/>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36" name="object 12"/>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37" name="object 13"/>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38" name="object 14"/>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39" name="object 15"/>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40" name="object 16"/>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41" name="object 17"/>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42" name="object 18"/>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43" name="object 19"/>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Tree>
    <p:extLst>
      <p:ext uri="{BB962C8B-B14F-4D97-AF65-F5344CB8AC3E}">
        <p14:creationId xmlns:p14="http://schemas.microsoft.com/office/powerpoint/2010/main" val="192855757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8158"/>
            <a:ext cx="18326735" cy="9434195"/>
            <a:chOff x="0" y="-38158"/>
            <a:chExt cx="18326735" cy="9434195"/>
          </a:xfrm>
        </p:grpSpPr>
        <p:sp>
          <p:nvSpPr>
            <p:cNvPr id="3" name="object 3"/>
            <p:cNvSpPr/>
            <p:nvPr/>
          </p:nvSpPr>
          <p:spPr>
            <a:xfrm>
              <a:off x="0" y="889914"/>
              <a:ext cx="17078325" cy="8506460"/>
            </a:xfrm>
            <a:custGeom>
              <a:avLst/>
              <a:gdLst/>
              <a:ahLst/>
              <a:cxnLst/>
              <a:rect l="l" t="t" r="r" b="b"/>
              <a:pathLst>
                <a:path w="17078325" h="8506460">
                  <a:moveTo>
                    <a:pt x="17078325" y="0"/>
                  </a:moveTo>
                  <a:lnTo>
                    <a:pt x="0" y="0"/>
                  </a:lnTo>
                  <a:lnTo>
                    <a:pt x="0" y="8505980"/>
                  </a:lnTo>
                  <a:lnTo>
                    <a:pt x="8539162" y="8505980"/>
                  </a:lnTo>
                  <a:lnTo>
                    <a:pt x="17078325" y="8505980"/>
                  </a:lnTo>
                  <a:lnTo>
                    <a:pt x="17078325" y="0"/>
                  </a:lnTo>
                  <a:close/>
                </a:path>
              </a:pathLst>
            </a:custGeom>
            <a:solidFill>
              <a:srgbClr val="FFFFFF"/>
            </a:solidFill>
          </p:spPr>
          <p:txBody>
            <a:bodyPr wrap="square" lIns="0" tIns="0" rIns="0" bIns="0" rtlCol="0"/>
            <a:lstStyle/>
            <a:p>
              <a:endParaRPr/>
            </a:p>
          </p:txBody>
        </p:sp>
        <p:sp>
          <p:nvSpPr>
            <p:cNvPr id="4" name="object 4"/>
            <p:cNvSpPr/>
            <p:nvPr/>
          </p:nvSpPr>
          <p:spPr>
            <a:xfrm>
              <a:off x="17079086" y="9123836"/>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29282C"/>
            </a:solidFill>
          </p:spPr>
          <p:txBody>
            <a:bodyPr wrap="square" lIns="0" tIns="0" rIns="0" bIns="0" rtlCol="0"/>
            <a:lstStyle/>
            <a:p>
              <a:endParaRPr/>
            </a:p>
          </p:txBody>
        </p:sp>
        <p:sp>
          <p:nvSpPr>
            <p:cNvPr id="5" name="object 5"/>
            <p:cNvSpPr/>
            <p:nvPr/>
          </p:nvSpPr>
          <p:spPr>
            <a:xfrm>
              <a:off x="17079086" y="8475840"/>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575259"/>
            </a:solidFill>
          </p:spPr>
          <p:txBody>
            <a:bodyPr wrap="square" lIns="0" tIns="0" rIns="0" bIns="0" rtlCol="0"/>
            <a:lstStyle/>
            <a:p>
              <a:endParaRPr/>
            </a:p>
          </p:txBody>
        </p:sp>
        <p:sp>
          <p:nvSpPr>
            <p:cNvPr id="6" name="object 6"/>
            <p:cNvSpPr/>
            <p:nvPr/>
          </p:nvSpPr>
          <p:spPr>
            <a:xfrm>
              <a:off x="17079086" y="7828559"/>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86808A"/>
            </a:solidFill>
          </p:spPr>
          <p:txBody>
            <a:bodyPr wrap="square" lIns="0" tIns="0" rIns="0" bIns="0" rtlCol="0"/>
            <a:lstStyle/>
            <a:p>
              <a:endParaRPr/>
            </a:p>
          </p:txBody>
        </p:sp>
        <p:sp>
          <p:nvSpPr>
            <p:cNvPr id="7" name="object 7"/>
            <p:cNvSpPr/>
            <p:nvPr/>
          </p:nvSpPr>
          <p:spPr>
            <a:xfrm>
              <a:off x="17392336" y="0"/>
              <a:ext cx="895985" cy="3688079"/>
            </a:xfrm>
            <a:custGeom>
              <a:avLst/>
              <a:gdLst/>
              <a:ahLst/>
              <a:cxnLst/>
              <a:rect l="l" t="t" r="r" b="b"/>
              <a:pathLst>
                <a:path w="895984" h="3688079">
                  <a:moveTo>
                    <a:pt x="895675" y="3687732"/>
                  </a:moveTo>
                  <a:lnTo>
                    <a:pt x="0" y="3687732"/>
                  </a:lnTo>
                  <a:lnTo>
                    <a:pt x="0" y="0"/>
                  </a:lnTo>
                </a:path>
              </a:pathLst>
            </a:custGeom>
            <a:ln w="76316">
              <a:solidFill>
                <a:srgbClr val="FFB700"/>
              </a:solidFill>
            </a:ln>
          </p:spPr>
          <p:txBody>
            <a:bodyPr wrap="square" lIns="0" tIns="0" rIns="0" bIns="0" rtlCol="0"/>
            <a:lstStyle/>
            <a:p>
              <a:endParaRPr/>
            </a:p>
          </p:txBody>
        </p:sp>
      </p:grpSp>
      <p:grpSp>
        <p:nvGrpSpPr>
          <p:cNvPr id="8" name="object 8"/>
          <p:cNvGrpSpPr/>
          <p:nvPr/>
        </p:nvGrpSpPr>
        <p:grpSpPr>
          <a:xfrm>
            <a:off x="1169279" y="9544316"/>
            <a:ext cx="1590040" cy="394970"/>
            <a:chOff x="1169279" y="9544316"/>
            <a:chExt cx="1590040" cy="394970"/>
          </a:xfrm>
        </p:grpSpPr>
        <p:sp>
          <p:nvSpPr>
            <p:cNvPr id="9" name="object 9"/>
            <p:cNvSpPr/>
            <p:nvPr/>
          </p:nvSpPr>
          <p:spPr>
            <a:xfrm>
              <a:off x="1178640" y="9553676"/>
              <a:ext cx="224790" cy="375920"/>
            </a:xfrm>
            <a:custGeom>
              <a:avLst/>
              <a:gdLst/>
              <a:ahLst/>
              <a:cxnLst/>
              <a:rect l="l" t="t" r="r" b="b"/>
              <a:pathLst>
                <a:path w="224790" h="375920">
                  <a:moveTo>
                    <a:pt x="224621" y="0"/>
                  </a:moveTo>
                  <a:lnTo>
                    <a:pt x="191512" y="0"/>
                  </a:lnTo>
                  <a:lnTo>
                    <a:pt x="0" y="375826"/>
                  </a:lnTo>
                  <a:lnTo>
                    <a:pt x="32393" y="375826"/>
                  </a:lnTo>
                  <a:lnTo>
                    <a:pt x="224621" y="0"/>
                  </a:lnTo>
                  <a:close/>
                </a:path>
              </a:pathLst>
            </a:custGeom>
            <a:solidFill>
              <a:srgbClr val="18181A"/>
            </a:solidFill>
          </p:spPr>
          <p:txBody>
            <a:bodyPr wrap="square" lIns="0" tIns="0" rIns="0" bIns="0" rtlCol="0"/>
            <a:lstStyle/>
            <a:p>
              <a:endParaRPr/>
            </a:p>
          </p:txBody>
        </p:sp>
        <p:sp>
          <p:nvSpPr>
            <p:cNvPr id="10" name="object 10"/>
            <p:cNvSpPr/>
            <p:nvPr/>
          </p:nvSpPr>
          <p:spPr>
            <a:xfrm>
              <a:off x="1178639" y="9553676"/>
              <a:ext cx="224790" cy="375920"/>
            </a:xfrm>
            <a:custGeom>
              <a:avLst/>
              <a:gdLst/>
              <a:ahLst/>
              <a:cxnLst/>
              <a:rect l="l" t="t" r="r" b="b"/>
              <a:pathLst>
                <a:path w="224790" h="375920">
                  <a:moveTo>
                    <a:pt x="0" y="375827"/>
                  </a:moveTo>
                  <a:lnTo>
                    <a:pt x="191512" y="0"/>
                  </a:lnTo>
                  <a:lnTo>
                    <a:pt x="224620" y="0"/>
                  </a:lnTo>
                  <a:lnTo>
                    <a:pt x="32394" y="375827"/>
                  </a:lnTo>
                  <a:lnTo>
                    <a:pt x="0" y="375827"/>
                  </a:lnTo>
                  <a:close/>
                </a:path>
              </a:pathLst>
            </a:custGeom>
            <a:ln w="18718">
              <a:solidFill>
                <a:srgbClr val="18181A"/>
              </a:solidFill>
            </a:ln>
          </p:spPr>
          <p:txBody>
            <a:bodyPr wrap="square" lIns="0" tIns="0" rIns="0" bIns="0" rtlCol="0"/>
            <a:lstStyle/>
            <a:p>
              <a:endParaRPr/>
            </a:p>
          </p:txBody>
        </p:sp>
        <p:sp>
          <p:nvSpPr>
            <p:cNvPr id="11" name="object 11"/>
            <p:cNvSpPr/>
            <p:nvPr/>
          </p:nvSpPr>
          <p:spPr>
            <a:xfrm>
              <a:off x="1403261" y="9553676"/>
              <a:ext cx="224790" cy="375920"/>
            </a:xfrm>
            <a:custGeom>
              <a:avLst/>
              <a:gdLst/>
              <a:ahLst/>
              <a:cxnLst/>
              <a:rect l="l" t="t" r="r" b="b"/>
              <a:pathLst>
                <a:path w="224789" h="375920">
                  <a:moveTo>
                    <a:pt x="224624" y="0"/>
                  </a:moveTo>
                  <a:lnTo>
                    <a:pt x="191503" y="0"/>
                  </a:lnTo>
                  <a:lnTo>
                    <a:pt x="0" y="375826"/>
                  </a:lnTo>
                  <a:lnTo>
                    <a:pt x="32397" y="375826"/>
                  </a:lnTo>
                  <a:lnTo>
                    <a:pt x="224624" y="0"/>
                  </a:lnTo>
                  <a:close/>
                </a:path>
              </a:pathLst>
            </a:custGeom>
            <a:solidFill>
              <a:srgbClr val="18181A"/>
            </a:solidFill>
          </p:spPr>
          <p:txBody>
            <a:bodyPr wrap="square" lIns="0" tIns="0" rIns="0" bIns="0" rtlCol="0"/>
            <a:lstStyle/>
            <a:p>
              <a:endParaRPr/>
            </a:p>
          </p:txBody>
        </p:sp>
        <p:sp>
          <p:nvSpPr>
            <p:cNvPr id="12" name="object 12"/>
            <p:cNvSpPr/>
            <p:nvPr/>
          </p:nvSpPr>
          <p:spPr>
            <a:xfrm>
              <a:off x="1403259" y="9553676"/>
              <a:ext cx="224790" cy="375920"/>
            </a:xfrm>
            <a:custGeom>
              <a:avLst/>
              <a:gdLst/>
              <a:ahLst/>
              <a:cxnLst/>
              <a:rect l="l" t="t" r="r" b="b"/>
              <a:pathLst>
                <a:path w="224789" h="375920">
                  <a:moveTo>
                    <a:pt x="0" y="375827"/>
                  </a:moveTo>
                  <a:lnTo>
                    <a:pt x="191512"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sp>
          <p:nvSpPr>
            <p:cNvPr id="13" name="object 13"/>
            <p:cNvSpPr/>
            <p:nvPr/>
          </p:nvSpPr>
          <p:spPr>
            <a:xfrm>
              <a:off x="1627162" y="9553676"/>
              <a:ext cx="224790" cy="375920"/>
            </a:xfrm>
            <a:custGeom>
              <a:avLst/>
              <a:gdLst/>
              <a:ahLst/>
              <a:cxnLst/>
              <a:rect l="l" t="t" r="r" b="b"/>
              <a:pathLst>
                <a:path w="224789" h="375920">
                  <a:moveTo>
                    <a:pt x="224624" y="0"/>
                  </a:moveTo>
                  <a:lnTo>
                    <a:pt x="191503" y="0"/>
                  </a:lnTo>
                  <a:lnTo>
                    <a:pt x="0" y="375826"/>
                  </a:lnTo>
                  <a:lnTo>
                    <a:pt x="32397" y="375826"/>
                  </a:lnTo>
                  <a:lnTo>
                    <a:pt x="224624" y="0"/>
                  </a:lnTo>
                  <a:close/>
                </a:path>
              </a:pathLst>
            </a:custGeom>
            <a:solidFill>
              <a:srgbClr val="18181A"/>
            </a:solidFill>
          </p:spPr>
          <p:txBody>
            <a:bodyPr wrap="square" lIns="0" tIns="0" rIns="0" bIns="0" rtlCol="0"/>
            <a:lstStyle/>
            <a:p>
              <a:endParaRPr/>
            </a:p>
          </p:txBody>
        </p:sp>
        <p:sp>
          <p:nvSpPr>
            <p:cNvPr id="14" name="object 14"/>
            <p:cNvSpPr/>
            <p:nvPr/>
          </p:nvSpPr>
          <p:spPr>
            <a:xfrm>
              <a:off x="1627156" y="9553676"/>
              <a:ext cx="224790" cy="375920"/>
            </a:xfrm>
            <a:custGeom>
              <a:avLst/>
              <a:gdLst/>
              <a:ahLst/>
              <a:cxnLst/>
              <a:rect l="l" t="t" r="r" b="b"/>
              <a:pathLst>
                <a:path w="224789" h="375920">
                  <a:moveTo>
                    <a:pt x="0" y="375827"/>
                  </a:moveTo>
                  <a:lnTo>
                    <a:pt x="191512" y="0"/>
                  </a:lnTo>
                  <a:lnTo>
                    <a:pt x="224633" y="0"/>
                  </a:lnTo>
                  <a:lnTo>
                    <a:pt x="32409" y="375827"/>
                  </a:lnTo>
                  <a:lnTo>
                    <a:pt x="0" y="375827"/>
                  </a:lnTo>
                  <a:close/>
                </a:path>
              </a:pathLst>
            </a:custGeom>
            <a:ln w="18718">
              <a:solidFill>
                <a:srgbClr val="18181A"/>
              </a:solidFill>
            </a:ln>
          </p:spPr>
          <p:txBody>
            <a:bodyPr wrap="square" lIns="0" tIns="0" rIns="0" bIns="0" rtlCol="0"/>
            <a:lstStyle/>
            <a:p>
              <a:endParaRPr/>
            </a:p>
          </p:txBody>
        </p:sp>
        <p:sp>
          <p:nvSpPr>
            <p:cNvPr id="15" name="object 15"/>
            <p:cNvSpPr/>
            <p:nvPr/>
          </p:nvSpPr>
          <p:spPr>
            <a:xfrm>
              <a:off x="1851787" y="9553676"/>
              <a:ext cx="224790" cy="375920"/>
            </a:xfrm>
            <a:custGeom>
              <a:avLst/>
              <a:gdLst/>
              <a:ahLst/>
              <a:cxnLst/>
              <a:rect l="l" t="t" r="r" b="b"/>
              <a:pathLst>
                <a:path w="224789" h="375920">
                  <a:moveTo>
                    <a:pt x="224612" y="0"/>
                  </a:moveTo>
                  <a:lnTo>
                    <a:pt x="191503" y="0"/>
                  </a:lnTo>
                  <a:lnTo>
                    <a:pt x="0" y="375826"/>
                  </a:lnTo>
                  <a:lnTo>
                    <a:pt x="32397" y="375826"/>
                  </a:lnTo>
                  <a:lnTo>
                    <a:pt x="224612" y="0"/>
                  </a:lnTo>
                  <a:close/>
                </a:path>
              </a:pathLst>
            </a:custGeom>
            <a:solidFill>
              <a:srgbClr val="18181A"/>
            </a:solidFill>
          </p:spPr>
          <p:txBody>
            <a:bodyPr wrap="square" lIns="0" tIns="0" rIns="0" bIns="0" rtlCol="0"/>
            <a:lstStyle/>
            <a:p>
              <a:endParaRPr/>
            </a:p>
          </p:txBody>
        </p:sp>
        <p:sp>
          <p:nvSpPr>
            <p:cNvPr id="16" name="object 16"/>
            <p:cNvSpPr/>
            <p:nvPr/>
          </p:nvSpPr>
          <p:spPr>
            <a:xfrm>
              <a:off x="1851789" y="9553676"/>
              <a:ext cx="224790" cy="375920"/>
            </a:xfrm>
            <a:custGeom>
              <a:avLst/>
              <a:gdLst/>
              <a:ahLst/>
              <a:cxnLst/>
              <a:rect l="l" t="t" r="r" b="b"/>
              <a:pathLst>
                <a:path w="224789" h="375920">
                  <a:moveTo>
                    <a:pt x="0" y="375827"/>
                  </a:moveTo>
                  <a:lnTo>
                    <a:pt x="191499"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sp>
          <p:nvSpPr>
            <p:cNvPr id="17" name="object 17"/>
            <p:cNvSpPr/>
            <p:nvPr/>
          </p:nvSpPr>
          <p:spPr>
            <a:xfrm>
              <a:off x="2076399" y="9553676"/>
              <a:ext cx="224790" cy="375920"/>
            </a:xfrm>
            <a:custGeom>
              <a:avLst/>
              <a:gdLst/>
              <a:ahLst/>
              <a:cxnLst/>
              <a:rect l="l" t="t" r="r" b="b"/>
              <a:pathLst>
                <a:path w="224789" h="375920">
                  <a:moveTo>
                    <a:pt x="224637" y="0"/>
                  </a:moveTo>
                  <a:lnTo>
                    <a:pt x="191516" y="0"/>
                  </a:lnTo>
                  <a:lnTo>
                    <a:pt x="0" y="375826"/>
                  </a:lnTo>
                  <a:lnTo>
                    <a:pt x="32410" y="375826"/>
                  </a:lnTo>
                  <a:lnTo>
                    <a:pt x="224637" y="0"/>
                  </a:lnTo>
                  <a:close/>
                </a:path>
              </a:pathLst>
            </a:custGeom>
            <a:solidFill>
              <a:srgbClr val="18181A"/>
            </a:solidFill>
          </p:spPr>
          <p:txBody>
            <a:bodyPr wrap="square" lIns="0" tIns="0" rIns="0" bIns="0" rtlCol="0"/>
            <a:lstStyle/>
            <a:p>
              <a:endParaRPr/>
            </a:p>
          </p:txBody>
        </p:sp>
        <p:sp>
          <p:nvSpPr>
            <p:cNvPr id="18" name="object 18"/>
            <p:cNvSpPr/>
            <p:nvPr/>
          </p:nvSpPr>
          <p:spPr>
            <a:xfrm>
              <a:off x="2076410" y="9553676"/>
              <a:ext cx="224790" cy="375920"/>
            </a:xfrm>
            <a:custGeom>
              <a:avLst/>
              <a:gdLst/>
              <a:ahLst/>
              <a:cxnLst/>
              <a:rect l="l" t="t" r="r" b="b"/>
              <a:pathLst>
                <a:path w="224789" h="375920">
                  <a:moveTo>
                    <a:pt x="0" y="375827"/>
                  </a:moveTo>
                  <a:lnTo>
                    <a:pt x="191499"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sp>
          <p:nvSpPr>
            <p:cNvPr id="19" name="object 19"/>
            <p:cNvSpPr/>
            <p:nvPr/>
          </p:nvSpPr>
          <p:spPr>
            <a:xfrm>
              <a:off x="2300312" y="9553676"/>
              <a:ext cx="224790" cy="375920"/>
            </a:xfrm>
            <a:custGeom>
              <a:avLst/>
              <a:gdLst/>
              <a:ahLst/>
              <a:cxnLst/>
              <a:rect l="l" t="t" r="r" b="b"/>
              <a:pathLst>
                <a:path w="224789" h="375920">
                  <a:moveTo>
                    <a:pt x="224624" y="0"/>
                  </a:moveTo>
                  <a:lnTo>
                    <a:pt x="191503" y="0"/>
                  </a:lnTo>
                  <a:lnTo>
                    <a:pt x="0" y="375826"/>
                  </a:lnTo>
                  <a:lnTo>
                    <a:pt x="32397" y="375826"/>
                  </a:lnTo>
                  <a:lnTo>
                    <a:pt x="224624" y="0"/>
                  </a:lnTo>
                  <a:close/>
                </a:path>
              </a:pathLst>
            </a:custGeom>
            <a:solidFill>
              <a:srgbClr val="18181A"/>
            </a:solidFill>
          </p:spPr>
          <p:txBody>
            <a:bodyPr wrap="square" lIns="0" tIns="0" rIns="0" bIns="0" rtlCol="0"/>
            <a:lstStyle/>
            <a:p>
              <a:endParaRPr/>
            </a:p>
          </p:txBody>
        </p:sp>
        <p:sp>
          <p:nvSpPr>
            <p:cNvPr id="20" name="object 20"/>
            <p:cNvSpPr/>
            <p:nvPr/>
          </p:nvSpPr>
          <p:spPr>
            <a:xfrm>
              <a:off x="2300307" y="9553676"/>
              <a:ext cx="224790" cy="375920"/>
            </a:xfrm>
            <a:custGeom>
              <a:avLst/>
              <a:gdLst/>
              <a:ahLst/>
              <a:cxnLst/>
              <a:rect l="l" t="t" r="r" b="b"/>
              <a:pathLst>
                <a:path w="224789" h="375920">
                  <a:moveTo>
                    <a:pt x="0" y="375827"/>
                  </a:moveTo>
                  <a:lnTo>
                    <a:pt x="191512"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sp>
          <p:nvSpPr>
            <p:cNvPr id="21" name="object 21"/>
            <p:cNvSpPr/>
            <p:nvPr/>
          </p:nvSpPr>
          <p:spPr>
            <a:xfrm>
              <a:off x="2524937" y="9553676"/>
              <a:ext cx="224790" cy="375920"/>
            </a:xfrm>
            <a:custGeom>
              <a:avLst/>
              <a:gdLst/>
              <a:ahLst/>
              <a:cxnLst/>
              <a:rect l="l" t="t" r="r" b="b"/>
              <a:pathLst>
                <a:path w="224789" h="375920">
                  <a:moveTo>
                    <a:pt x="224612" y="0"/>
                  </a:moveTo>
                  <a:lnTo>
                    <a:pt x="191503" y="0"/>
                  </a:lnTo>
                  <a:lnTo>
                    <a:pt x="0" y="375826"/>
                  </a:lnTo>
                  <a:lnTo>
                    <a:pt x="32385" y="375826"/>
                  </a:lnTo>
                  <a:lnTo>
                    <a:pt x="224612" y="0"/>
                  </a:lnTo>
                  <a:close/>
                </a:path>
              </a:pathLst>
            </a:custGeom>
            <a:solidFill>
              <a:srgbClr val="18181A"/>
            </a:solidFill>
          </p:spPr>
          <p:txBody>
            <a:bodyPr wrap="square" lIns="0" tIns="0" rIns="0" bIns="0" rtlCol="0"/>
            <a:lstStyle/>
            <a:p>
              <a:endParaRPr/>
            </a:p>
          </p:txBody>
        </p:sp>
        <p:sp>
          <p:nvSpPr>
            <p:cNvPr id="22" name="object 22"/>
            <p:cNvSpPr/>
            <p:nvPr/>
          </p:nvSpPr>
          <p:spPr>
            <a:xfrm>
              <a:off x="2524928" y="9553676"/>
              <a:ext cx="224790" cy="375920"/>
            </a:xfrm>
            <a:custGeom>
              <a:avLst/>
              <a:gdLst/>
              <a:ahLst/>
              <a:cxnLst/>
              <a:rect l="l" t="t" r="r" b="b"/>
              <a:pathLst>
                <a:path w="224789" h="375920">
                  <a:moveTo>
                    <a:pt x="0" y="375827"/>
                  </a:moveTo>
                  <a:lnTo>
                    <a:pt x="191512"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grpSp>
      <p:sp>
        <p:nvSpPr>
          <p:cNvPr id="23" name="object 23"/>
          <p:cNvSpPr txBox="1">
            <a:spLocks noGrp="1"/>
          </p:cNvSpPr>
          <p:nvPr>
            <p:ph type="title"/>
          </p:nvPr>
        </p:nvSpPr>
        <p:spPr>
          <a:xfrm>
            <a:off x="8444090" y="2333949"/>
            <a:ext cx="6981825" cy="574040"/>
          </a:xfrm>
          <a:prstGeom prst="rect">
            <a:avLst/>
          </a:prstGeom>
        </p:spPr>
        <p:txBody>
          <a:bodyPr vert="horz" wrap="square" lIns="0" tIns="12065" rIns="0" bIns="0" rtlCol="0">
            <a:spAutoFit/>
          </a:bodyPr>
          <a:lstStyle/>
          <a:p>
            <a:pPr marL="12700">
              <a:lnSpc>
                <a:spcPct val="100000"/>
              </a:lnSpc>
              <a:spcBef>
                <a:spcPts val="95"/>
              </a:spcBef>
            </a:pPr>
            <a:r>
              <a:rPr sz="3600" spc="-540" dirty="0"/>
              <a:t>AI</a:t>
            </a:r>
            <a:r>
              <a:rPr sz="3600" spc="-375" dirty="0"/>
              <a:t> </a:t>
            </a:r>
            <a:r>
              <a:rPr sz="3600" spc="-245" dirty="0"/>
              <a:t>Model</a:t>
            </a:r>
            <a:r>
              <a:rPr sz="3600" spc="-375" dirty="0"/>
              <a:t> </a:t>
            </a:r>
            <a:r>
              <a:rPr sz="3600" spc="-310" dirty="0"/>
              <a:t>Development</a:t>
            </a:r>
            <a:r>
              <a:rPr sz="3600" spc="-370" dirty="0"/>
              <a:t> </a:t>
            </a:r>
            <a:r>
              <a:rPr sz="3600" spc="-175" dirty="0"/>
              <a:t>Process</a:t>
            </a:r>
            <a:endParaRPr sz="3600"/>
          </a:p>
        </p:txBody>
      </p:sp>
      <p:pic>
        <p:nvPicPr>
          <p:cNvPr id="24" name="object 24"/>
          <p:cNvPicPr/>
          <p:nvPr/>
        </p:nvPicPr>
        <p:blipFill>
          <a:blip r:embed="rId2" cstate="print"/>
          <a:stretch>
            <a:fillRect/>
          </a:stretch>
        </p:blipFill>
        <p:spPr>
          <a:xfrm>
            <a:off x="9609963" y="4739995"/>
            <a:ext cx="2291562" cy="291884"/>
          </a:xfrm>
          <a:prstGeom prst="rect">
            <a:avLst/>
          </a:prstGeom>
        </p:spPr>
      </p:pic>
      <p:sp>
        <p:nvSpPr>
          <p:cNvPr id="25" name="object 25"/>
          <p:cNvSpPr txBox="1"/>
          <p:nvPr/>
        </p:nvSpPr>
        <p:spPr>
          <a:xfrm>
            <a:off x="8444090" y="3565987"/>
            <a:ext cx="6991350" cy="1858010"/>
          </a:xfrm>
          <a:prstGeom prst="rect">
            <a:avLst/>
          </a:prstGeom>
        </p:spPr>
        <p:txBody>
          <a:bodyPr vert="horz" wrap="square" lIns="0" tIns="11430" rIns="0" bIns="0" rtlCol="0">
            <a:spAutoFit/>
          </a:bodyPr>
          <a:lstStyle/>
          <a:p>
            <a:pPr marL="12700" marR="5080">
              <a:lnSpc>
                <a:spcPct val="100299"/>
              </a:lnSpc>
              <a:spcBef>
                <a:spcPts val="90"/>
              </a:spcBef>
              <a:tabLst>
                <a:tab pos="3517900" algn="l"/>
              </a:tabLst>
            </a:pPr>
            <a:r>
              <a:rPr sz="2400" spc="-100" dirty="0">
                <a:solidFill>
                  <a:srgbClr val="18181A"/>
                </a:solidFill>
                <a:latin typeface="Verdana"/>
                <a:cs typeface="Verdana"/>
              </a:rPr>
              <a:t>Developing</a:t>
            </a:r>
            <a:r>
              <a:rPr sz="2400" spc="-295" dirty="0">
                <a:solidFill>
                  <a:srgbClr val="18181A"/>
                </a:solidFill>
                <a:latin typeface="Verdana"/>
                <a:cs typeface="Verdana"/>
              </a:rPr>
              <a:t> </a:t>
            </a:r>
            <a:r>
              <a:rPr sz="2400" spc="-140" dirty="0">
                <a:solidFill>
                  <a:srgbClr val="18181A"/>
                </a:solidFill>
                <a:latin typeface="Verdana"/>
                <a:cs typeface="Verdana"/>
              </a:rPr>
              <a:t>an</a:t>
            </a:r>
            <a:r>
              <a:rPr sz="2400" spc="-295" dirty="0">
                <a:solidFill>
                  <a:srgbClr val="18181A"/>
                </a:solidFill>
                <a:latin typeface="Verdana"/>
                <a:cs typeface="Verdana"/>
              </a:rPr>
              <a:t> </a:t>
            </a:r>
            <a:r>
              <a:rPr sz="2400" spc="-55" dirty="0">
                <a:solidFill>
                  <a:srgbClr val="18181A"/>
                </a:solidFill>
                <a:latin typeface="Verdana"/>
                <a:cs typeface="Verdana"/>
              </a:rPr>
              <a:t>effective</a:t>
            </a:r>
            <a:r>
              <a:rPr sz="2400" spc="-290" dirty="0">
                <a:solidFill>
                  <a:srgbClr val="18181A"/>
                </a:solidFill>
                <a:latin typeface="Verdana"/>
                <a:cs typeface="Verdana"/>
              </a:rPr>
              <a:t> </a:t>
            </a:r>
            <a:r>
              <a:rPr sz="2400" spc="-125" dirty="0">
                <a:solidFill>
                  <a:srgbClr val="18181A"/>
                </a:solidFill>
                <a:latin typeface="Verdana"/>
                <a:cs typeface="Verdana"/>
              </a:rPr>
              <a:t>AI</a:t>
            </a:r>
            <a:r>
              <a:rPr sz="2400" spc="-295" dirty="0">
                <a:solidFill>
                  <a:srgbClr val="18181A"/>
                </a:solidFill>
                <a:latin typeface="Verdana"/>
                <a:cs typeface="Verdana"/>
              </a:rPr>
              <a:t> </a:t>
            </a:r>
            <a:r>
              <a:rPr sz="2400" spc="-95" dirty="0">
                <a:solidFill>
                  <a:srgbClr val="18181A"/>
                </a:solidFill>
                <a:latin typeface="Verdana"/>
                <a:cs typeface="Verdana"/>
              </a:rPr>
              <a:t>model</a:t>
            </a:r>
            <a:r>
              <a:rPr sz="2400" spc="-290" dirty="0">
                <a:solidFill>
                  <a:srgbClr val="18181A"/>
                </a:solidFill>
                <a:latin typeface="Verdana"/>
                <a:cs typeface="Verdana"/>
              </a:rPr>
              <a:t> </a:t>
            </a:r>
            <a:r>
              <a:rPr sz="2400" spc="-110" dirty="0">
                <a:solidFill>
                  <a:srgbClr val="18181A"/>
                </a:solidFill>
                <a:latin typeface="Verdana"/>
                <a:cs typeface="Verdana"/>
              </a:rPr>
              <a:t>involves</a:t>
            </a:r>
            <a:r>
              <a:rPr sz="2400" spc="-295" dirty="0">
                <a:solidFill>
                  <a:srgbClr val="18181A"/>
                </a:solidFill>
                <a:latin typeface="Verdana"/>
                <a:cs typeface="Verdana"/>
              </a:rPr>
              <a:t> </a:t>
            </a:r>
            <a:r>
              <a:rPr sz="2400" spc="-55" dirty="0">
                <a:solidFill>
                  <a:srgbClr val="18181A"/>
                </a:solidFill>
                <a:latin typeface="Verdana"/>
                <a:cs typeface="Verdana"/>
              </a:rPr>
              <a:t>several </a:t>
            </a:r>
            <a:r>
              <a:rPr sz="2400" spc="-150" dirty="0">
                <a:solidFill>
                  <a:srgbClr val="18181A"/>
                </a:solidFill>
                <a:latin typeface="Verdana"/>
                <a:cs typeface="Verdana"/>
              </a:rPr>
              <a:t>steps:</a:t>
            </a:r>
            <a:r>
              <a:rPr sz="2400" spc="-270" dirty="0">
                <a:solidFill>
                  <a:srgbClr val="18181A"/>
                </a:solidFill>
                <a:latin typeface="Verdana"/>
                <a:cs typeface="Verdana"/>
              </a:rPr>
              <a:t> </a:t>
            </a:r>
            <a:r>
              <a:rPr sz="2400" spc="-110" dirty="0">
                <a:solidFill>
                  <a:srgbClr val="18181A"/>
                </a:solidFill>
                <a:latin typeface="Verdana"/>
                <a:cs typeface="Verdana"/>
              </a:rPr>
              <a:t>data</a:t>
            </a:r>
            <a:r>
              <a:rPr sz="2400" spc="-270" dirty="0">
                <a:solidFill>
                  <a:srgbClr val="18181A"/>
                </a:solidFill>
                <a:latin typeface="Verdana"/>
                <a:cs typeface="Verdana"/>
              </a:rPr>
              <a:t> </a:t>
            </a:r>
            <a:r>
              <a:rPr sz="2400" spc="-90" dirty="0">
                <a:solidFill>
                  <a:srgbClr val="18181A"/>
                </a:solidFill>
                <a:latin typeface="Verdana"/>
                <a:cs typeface="Verdana"/>
              </a:rPr>
              <a:t>collection,</a:t>
            </a:r>
            <a:r>
              <a:rPr sz="2400" spc="-265" dirty="0">
                <a:solidFill>
                  <a:srgbClr val="18181A"/>
                </a:solidFill>
                <a:latin typeface="Verdana"/>
                <a:cs typeface="Verdana"/>
              </a:rPr>
              <a:t> </a:t>
            </a:r>
            <a:r>
              <a:rPr sz="2400" spc="-95" dirty="0">
                <a:solidFill>
                  <a:srgbClr val="18181A"/>
                </a:solidFill>
                <a:latin typeface="Verdana"/>
                <a:cs typeface="Verdana"/>
              </a:rPr>
              <a:t>preprocessing,</a:t>
            </a:r>
            <a:r>
              <a:rPr sz="2400" spc="-270" dirty="0">
                <a:solidFill>
                  <a:srgbClr val="18181A"/>
                </a:solidFill>
                <a:latin typeface="Verdana"/>
                <a:cs typeface="Verdana"/>
              </a:rPr>
              <a:t> </a:t>
            </a:r>
            <a:r>
              <a:rPr sz="2400" spc="-10" dirty="0">
                <a:solidFill>
                  <a:srgbClr val="18181A"/>
                </a:solidFill>
                <a:latin typeface="Verdana"/>
                <a:cs typeface="Verdana"/>
              </a:rPr>
              <a:t>model </a:t>
            </a:r>
            <a:r>
              <a:rPr sz="2400" spc="-95" dirty="0">
                <a:solidFill>
                  <a:srgbClr val="18181A"/>
                </a:solidFill>
                <a:latin typeface="Verdana"/>
                <a:cs typeface="Verdana"/>
              </a:rPr>
              <a:t>selection,</a:t>
            </a:r>
            <a:r>
              <a:rPr sz="2400" spc="-295" dirty="0">
                <a:solidFill>
                  <a:srgbClr val="18181A"/>
                </a:solidFill>
                <a:latin typeface="Verdana"/>
                <a:cs typeface="Verdana"/>
              </a:rPr>
              <a:t> </a:t>
            </a:r>
            <a:r>
              <a:rPr sz="2400" spc="-125" dirty="0">
                <a:solidFill>
                  <a:srgbClr val="18181A"/>
                </a:solidFill>
                <a:latin typeface="Verdana"/>
                <a:cs typeface="Verdana"/>
              </a:rPr>
              <a:t>and</a:t>
            </a:r>
            <a:r>
              <a:rPr sz="2400" spc="-295" dirty="0">
                <a:solidFill>
                  <a:srgbClr val="18181A"/>
                </a:solidFill>
                <a:latin typeface="Verdana"/>
                <a:cs typeface="Verdana"/>
              </a:rPr>
              <a:t> </a:t>
            </a:r>
            <a:r>
              <a:rPr sz="2400" spc="-140" dirty="0">
                <a:solidFill>
                  <a:srgbClr val="18181A"/>
                </a:solidFill>
                <a:latin typeface="Verdana"/>
                <a:cs typeface="Verdana"/>
              </a:rPr>
              <a:t>training.</a:t>
            </a:r>
            <a:r>
              <a:rPr sz="2400" spc="-290" dirty="0">
                <a:solidFill>
                  <a:srgbClr val="18181A"/>
                </a:solidFill>
                <a:latin typeface="Verdana"/>
                <a:cs typeface="Verdana"/>
              </a:rPr>
              <a:t> </a:t>
            </a:r>
            <a:r>
              <a:rPr sz="2400" spc="-35" dirty="0">
                <a:solidFill>
                  <a:srgbClr val="18181A"/>
                </a:solidFill>
                <a:latin typeface="Verdana"/>
                <a:cs typeface="Verdana"/>
              </a:rPr>
              <a:t>The</a:t>
            </a:r>
            <a:r>
              <a:rPr sz="2400" spc="-295" dirty="0">
                <a:solidFill>
                  <a:srgbClr val="18181A"/>
                </a:solidFill>
                <a:latin typeface="Verdana"/>
                <a:cs typeface="Verdana"/>
              </a:rPr>
              <a:t> </a:t>
            </a:r>
            <a:r>
              <a:rPr sz="2400" spc="-95" dirty="0">
                <a:solidFill>
                  <a:srgbClr val="18181A"/>
                </a:solidFill>
                <a:latin typeface="Verdana"/>
                <a:cs typeface="Verdana"/>
              </a:rPr>
              <a:t>model</a:t>
            </a:r>
            <a:r>
              <a:rPr sz="2400" spc="-290" dirty="0">
                <a:solidFill>
                  <a:srgbClr val="18181A"/>
                </a:solidFill>
                <a:latin typeface="Verdana"/>
                <a:cs typeface="Verdana"/>
              </a:rPr>
              <a:t> </a:t>
            </a:r>
            <a:r>
              <a:rPr sz="2400" spc="-65" dirty="0">
                <a:solidFill>
                  <a:srgbClr val="18181A"/>
                </a:solidFill>
                <a:latin typeface="Verdana"/>
                <a:cs typeface="Verdana"/>
              </a:rPr>
              <a:t>is</a:t>
            </a:r>
            <a:r>
              <a:rPr sz="2400" spc="-295" dirty="0">
                <a:solidFill>
                  <a:srgbClr val="18181A"/>
                </a:solidFill>
                <a:latin typeface="Verdana"/>
                <a:cs typeface="Verdana"/>
              </a:rPr>
              <a:t> </a:t>
            </a:r>
            <a:r>
              <a:rPr sz="2400" spc="-75" dirty="0">
                <a:solidFill>
                  <a:srgbClr val="18181A"/>
                </a:solidFill>
                <a:latin typeface="Verdana"/>
                <a:cs typeface="Verdana"/>
              </a:rPr>
              <a:t>designed</a:t>
            </a:r>
            <a:r>
              <a:rPr sz="2400" spc="-290" dirty="0">
                <a:solidFill>
                  <a:srgbClr val="18181A"/>
                </a:solidFill>
                <a:latin typeface="Verdana"/>
                <a:cs typeface="Verdana"/>
              </a:rPr>
              <a:t> </a:t>
            </a:r>
            <a:r>
              <a:rPr sz="2400" spc="-25" dirty="0">
                <a:solidFill>
                  <a:srgbClr val="18181A"/>
                </a:solidFill>
                <a:latin typeface="Verdana"/>
                <a:cs typeface="Verdana"/>
              </a:rPr>
              <a:t>to </a:t>
            </a:r>
            <a:r>
              <a:rPr sz="2400" spc="-10" dirty="0">
                <a:solidFill>
                  <a:srgbClr val="18181A"/>
                </a:solidFill>
                <a:latin typeface="Verdana"/>
                <a:cs typeface="Verdana"/>
              </a:rPr>
              <a:t>analyze</a:t>
            </a:r>
            <a:r>
              <a:rPr sz="2400" dirty="0">
                <a:solidFill>
                  <a:srgbClr val="18181A"/>
                </a:solidFill>
                <a:latin typeface="Verdana"/>
                <a:cs typeface="Verdana"/>
              </a:rPr>
              <a:t>	</a:t>
            </a:r>
            <a:r>
              <a:rPr sz="2400" spc="-125" dirty="0">
                <a:solidFill>
                  <a:srgbClr val="18181A"/>
                </a:solidFill>
                <a:latin typeface="Verdana"/>
                <a:cs typeface="Verdana"/>
              </a:rPr>
              <a:t>and</a:t>
            </a:r>
            <a:r>
              <a:rPr sz="2400" spc="-300" dirty="0">
                <a:solidFill>
                  <a:srgbClr val="18181A"/>
                </a:solidFill>
                <a:latin typeface="Verdana"/>
                <a:cs typeface="Verdana"/>
              </a:rPr>
              <a:t> </a:t>
            </a:r>
            <a:r>
              <a:rPr sz="2400" spc="-90" dirty="0">
                <a:solidFill>
                  <a:srgbClr val="18181A"/>
                </a:solidFill>
                <a:latin typeface="Verdana"/>
                <a:cs typeface="Verdana"/>
              </a:rPr>
              <a:t>patient</a:t>
            </a:r>
            <a:r>
              <a:rPr sz="2400" spc="-295" dirty="0">
                <a:solidFill>
                  <a:srgbClr val="18181A"/>
                </a:solidFill>
                <a:latin typeface="Verdana"/>
                <a:cs typeface="Verdana"/>
              </a:rPr>
              <a:t> </a:t>
            </a:r>
            <a:r>
              <a:rPr sz="2400" spc="-110" dirty="0">
                <a:solidFill>
                  <a:srgbClr val="18181A"/>
                </a:solidFill>
                <a:latin typeface="Verdana"/>
                <a:cs typeface="Verdana"/>
              </a:rPr>
              <a:t>data</a:t>
            </a:r>
            <a:r>
              <a:rPr sz="2400" spc="-300" dirty="0">
                <a:solidFill>
                  <a:srgbClr val="18181A"/>
                </a:solidFill>
                <a:latin typeface="Verdana"/>
                <a:cs typeface="Verdana"/>
              </a:rPr>
              <a:t> </a:t>
            </a:r>
            <a:r>
              <a:rPr sz="2400" spc="-25" dirty="0">
                <a:solidFill>
                  <a:srgbClr val="18181A"/>
                </a:solidFill>
                <a:latin typeface="Verdana"/>
                <a:cs typeface="Verdana"/>
              </a:rPr>
              <a:t>to </a:t>
            </a:r>
            <a:r>
              <a:rPr sz="2400" spc="-70" dirty="0">
                <a:solidFill>
                  <a:srgbClr val="18181A"/>
                </a:solidFill>
                <a:latin typeface="Verdana"/>
                <a:cs typeface="Verdana"/>
              </a:rPr>
              <a:t>predict</a:t>
            </a:r>
            <a:r>
              <a:rPr sz="2400" spc="-300" dirty="0">
                <a:solidFill>
                  <a:srgbClr val="18181A"/>
                </a:solidFill>
                <a:latin typeface="Verdana"/>
                <a:cs typeface="Verdana"/>
              </a:rPr>
              <a:t> </a:t>
            </a:r>
            <a:r>
              <a:rPr sz="2400" spc="-85" dirty="0">
                <a:solidFill>
                  <a:srgbClr val="18181A"/>
                </a:solidFill>
                <a:latin typeface="Verdana"/>
                <a:cs typeface="Verdana"/>
              </a:rPr>
              <a:t>breast</a:t>
            </a:r>
            <a:r>
              <a:rPr sz="2400" spc="-295" dirty="0">
                <a:solidFill>
                  <a:srgbClr val="18181A"/>
                </a:solidFill>
                <a:latin typeface="Verdana"/>
                <a:cs typeface="Verdana"/>
              </a:rPr>
              <a:t> </a:t>
            </a:r>
            <a:r>
              <a:rPr sz="2400" spc="-65" dirty="0">
                <a:solidFill>
                  <a:srgbClr val="18181A"/>
                </a:solidFill>
                <a:latin typeface="Verdana"/>
                <a:cs typeface="Verdana"/>
              </a:rPr>
              <a:t>cancer</a:t>
            </a:r>
            <a:r>
              <a:rPr sz="2400" spc="-295" dirty="0">
                <a:solidFill>
                  <a:srgbClr val="18181A"/>
                </a:solidFill>
                <a:latin typeface="Verdana"/>
                <a:cs typeface="Verdana"/>
              </a:rPr>
              <a:t> </a:t>
            </a:r>
            <a:r>
              <a:rPr sz="2400" spc="-85" dirty="0">
                <a:solidFill>
                  <a:srgbClr val="18181A"/>
                </a:solidFill>
                <a:latin typeface="Verdana"/>
                <a:cs typeface="Verdana"/>
              </a:rPr>
              <a:t>risk</a:t>
            </a:r>
            <a:r>
              <a:rPr sz="2400" spc="-295" dirty="0">
                <a:solidFill>
                  <a:srgbClr val="18181A"/>
                </a:solidFill>
                <a:latin typeface="Verdana"/>
                <a:cs typeface="Verdana"/>
              </a:rPr>
              <a:t> </a:t>
            </a:r>
            <a:r>
              <a:rPr sz="2400" spc="-85" dirty="0">
                <a:solidFill>
                  <a:srgbClr val="18181A"/>
                </a:solidFill>
                <a:latin typeface="Verdana"/>
                <a:cs typeface="Verdana"/>
              </a:rPr>
              <a:t>with</a:t>
            </a:r>
            <a:r>
              <a:rPr sz="2400" spc="-295" dirty="0">
                <a:solidFill>
                  <a:srgbClr val="18181A"/>
                </a:solidFill>
                <a:latin typeface="Verdana"/>
                <a:cs typeface="Verdana"/>
              </a:rPr>
              <a:t> </a:t>
            </a:r>
            <a:r>
              <a:rPr sz="2400" spc="-110" dirty="0">
                <a:solidFill>
                  <a:srgbClr val="18181A"/>
                </a:solidFill>
                <a:latin typeface="Verdana"/>
                <a:cs typeface="Verdana"/>
              </a:rPr>
              <a:t>high</a:t>
            </a:r>
            <a:r>
              <a:rPr sz="2400" spc="-295" dirty="0">
                <a:solidFill>
                  <a:srgbClr val="18181A"/>
                </a:solidFill>
                <a:latin typeface="Verdana"/>
                <a:cs typeface="Verdana"/>
              </a:rPr>
              <a:t> </a:t>
            </a:r>
            <a:r>
              <a:rPr sz="2400" spc="-10" dirty="0">
                <a:solidFill>
                  <a:srgbClr val="18181A"/>
                </a:solidFill>
                <a:latin typeface="Verdana"/>
                <a:cs typeface="Verdana"/>
              </a:rPr>
              <a:t>accuracy.</a:t>
            </a:r>
            <a:endParaRPr sz="2400">
              <a:latin typeface="Verdana"/>
              <a:cs typeface="Verdana"/>
            </a:endParaRPr>
          </a:p>
        </p:txBody>
      </p:sp>
      <p:pic>
        <p:nvPicPr>
          <p:cNvPr id="26" name="object 26"/>
          <p:cNvPicPr/>
          <p:nvPr/>
        </p:nvPicPr>
        <p:blipFill>
          <a:blip r:embed="rId3" cstate="print"/>
          <a:stretch>
            <a:fillRect/>
          </a:stretch>
        </p:blipFill>
        <p:spPr>
          <a:xfrm>
            <a:off x="1571625" y="2195512"/>
            <a:ext cx="5895974" cy="58959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066DA-C5EA-8FBB-4A87-7BC02C748FCF}"/>
              </a:ext>
            </a:extLst>
          </p:cNvPr>
          <p:cNvSpPr>
            <a:spLocks noGrp="1"/>
          </p:cNvSpPr>
          <p:nvPr>
            <p:ph type="title"/>
          </p:nvPr>
        </p:nvSpPr>
        <p:spPr>
          <a:xfrm>
            <a:off x="1558925" y="2307392"/>
            <a:ext cx="13948232" cy="937457"/>
          </a:xfrm>
        </p:spPr>
        <p:txBody>
          <a:bodyPr/>
          <a:lstStyle/>
          <a:p>
            <a:r>
              <a:rPr lang="en-US" dirty="0"/>
              <a:t>Steps to Make the Model</a:t>
            </a:r>
            <a:endParaRPr lang="en-IN" dirty="0"/>
          </a:p>
        </p:txBody>
      </p:sp>
      <p:grpSp>
        <p:nvGrpSpPr>
          <p:cNvPr id="23" name="Group 22">
            <a:extLst>
              <a:ext uri="{FF2B5EF4-FFF2-40B4-BE49-F238E27FC236}">
                <a16:creationId xmlns:a16="http://schemas.microsoft.com/office/drawing/2014/main" id="{A1CBDF37-C06C-4829-628D-3B8AA8C3B332}"/>
              </a:ext>
            </a:extLst>
          </p:cNvPr>
          <p:cNvGrpSpPr/>
          <p:nvPr/>
        </p:nvGrpSpPr>
        <p:grpSpPr>
          <a:xfrm>
            <a:off x="1507716" y="3549650"/>
            <a:ext cx="11028122" cy="3985413"/>
            <a:chOff x="2887858" y="3453217"/>
            <a:chExt cx="11028122" cy="3985413"/>
          </a:xfrm>
        </p:grpSpPr>
        <p:sp>
          <p:nvSpPr>
            <p:cNvPr id="65" name="Rectangle 64">
              <a:extLst>
                <a:ext uri="{FF2B5EF4-FFF2-40B4-BE49-F238E27FC236}">
                  <a16:creationId xmlns:a16="http://schemas.microsoft.com/office/drawing/2014/main" id="{2B1E5273-134D-4CBF-AE1C-AD7F10BB02DD}"/>
                </a:ext>
              </a:extLst>
            </p:cNvPr>
            <p:cNvSpPr/>
            <p:nvPr/>
          </p:nvSpPr>
          <p:spPr>
            <a:xfrm>
              <a:off x="3479874" y="3453217"/>
              <a:ext cx="1556239" cy="3868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solidFill>
                    <a:schemeClr val="tx1"/>
                  </a:solidFill>
                  <a:latin typeface="Arial" panose="020B0604020202020204" pitchFamily="34" charset="0"/>
                  <a:cs typeface="Arial" panose="020B0604020202020204" pitchFamily="34" charset="0"/>
                </a:rPr>
                <a:t>Dataset</a:t>
              </a:r>
            </a:p>
          </p:txBody>
        </p:sp>
        <p:sp>
          <p:nvSpPr>
            <p:cNvPr id="66" name="Rectangle 65">
              <a:extLst>
                <a:ext uri="{FF2B5EF4-FFF2-40B4-BE49-F238E27FC236}">
                  <a16:creationId xmlns:a16="http://schemas.microsoft.com/office/drawing/2014/main" id="{5812C79A-244A-488E-97B5-1A387AA32675}"/>
                </a:ext>
              </a:extLst>
            </p:cNvPr>
            <p:cNvSpPr/>
            <p:nvPr/>
          </p:nvSpPr>
          <p:spPr>
            <a:xfrm>
              <a:off x="3480605" y="4140701"/>
              <a:ext cx="1648559" cy="18105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dirty="0"/>
            </a:p>
          </p:txBody>
        </p:sp>
        <p:sp>
          <p:nvSpPr>
            <p:cNvPr id="67" name="Rectangle 66">
              <a:extLst>
                <a:ext uri="{FF2B5EF4-FFF2-40B4-BE49-F238E27FC236}">
                  <a16:creationId xmlns:a16="http://schemas.microsoft.com/office/drawing/2014/main" id="{00175A5E-BF8F-47AF-A01C-3D37F94E316A}"/>
                </a:ext>
              </a:extLst>
            </p:cNvPr>
            <p:cNvSpPr/>
            <p:nvPr/>
          </p:nvSpPr>
          <p:spPr>
            <a:xfrm>
              <a:off x="7264963" y="4185654"/>
              <a:ext cx="2479430" cy="5232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400" dirty="0">
                  <a:solidFill>
                    <a:schemeClr val="tx1"/>
                  </a:solidFill>
                  <a:latin typeface="Arial" panose="020B0604020202020204" pitchFamily="34" charset="0"/>
                  <a:cs typeface="Arial" panose="020B0604020202020204" pitchFamily="34" charset="0"/>
                </a:rPr>
                <a:t>Implementing various M.L techniques</a:t>
              </a:r>
              <a:r>
                <a:rPr lang="en-IN" sz="1400" b="1" dirty="0">
                  <a:solidFill>
                    <a:schemeClr val="tx1"/>
                  </a:solidFill>
                  <a:latin typeface="Cooper Black" panose="0208090404030B020404" pitchFamily="18" charset="0"/>
                  <a:cs typeface="Arial" panose="020B0604020202020204" pitchFamily="34" charset="0"/>
                </a:rPr>
                <a:t> </a:t>
              </a:r>
              <a:r>
                <a:rPr lang="en-IN" sz="1800" b="1" dirty="0">
                  <a:solidFill>
                    <a:schemeClr val="tx1"/>
                  </a:solidFill>
                  <a:latin typeface="Arial" panose="020B0604020202020204" pitchFamily="34" charset="0"/>
                  <a:cs typeface="Arial" panose="020B0604020202020204" pitchFamily="34" charset="0"/>
                </a:rPr>
                <a:t>**</a:t>
              </a:r>
              <a:endParaRPr lang="en-IN" b="1" dirty="0">
                <a:solidFill>
                  <a:schemeClr val="tx1"/>
                </a:solidFill>
                <a:latin typeface="Arial Black" panose="020B0A040201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5321448F-EB55-4661-9D17-E99FC2041081}"/>
                </a:ext>
              </a:extLst>
            </p:cNvPr>
            <p:cNvSpPr/>
            <p:nvPr/>
          </p:nvSpPr>
          <p:spPr>
            <a:xfrm>
              <a:off x="2887858" y="6749028"/>
              <a:ext cx="3045070" cy="68960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a:p>
          </p:txBody>
        </p:sp>
        <p:sp>
          <p:nvSpPr>
            <p:cNvPr id="69" name="Rectangle 68">
              <a:extLst>
                <a:ext uri="{FF2B5EF4-FFF2-40B4-BE49-F238E27FC236}">
                  <a16:creationId xmlns:a16="http://schemas.microsoft.com/office/drawing/2014/main" id="{FB00FBD4-558D-4AEC-B7D0-505F8B495C97}"/>
                </a:ext>
              </a:extLst>
            </p:cNvPr>
            <p:cNvSpPr/>
            <p:nvPr/>
          </p:nvSpPr>
          <p:spPr>
            <a:xfrm>
              <a:off x="7264963" y="5560026"/>
              <a:ext cx="2479430" cy="36139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600" dirty="0">
                  <a:solidFill>
                    <a:schemeClr val="tx1"/>
                  </a:solidFill>
                  <a:latin typeface="Arial" panose="020B0604020202020204" pitchFamily="34" charset="0"/>
                  <a:cs typeface="Arial" panose="020B0604020202020204" pitchFamily="34" charset="0"/>
                </a:rPr>
                <a:t>Prediction of cancer</a:t>
              </a:r>
            </a:p>
          </p:txBody>
        </p:sp>
        <p:sp>
          <p:nvSpPr>
            <p:cNvPr id="70" name="Rectangle 69">
              <a:extLst>
                <a:ext uri="{FF2B5EF4-FFF2-40B4-BE49-F238E27FC236}">
                  <a16:creationId xmlns:a16="http://schemas.microsoft.com/office/drawing/2014/main" id="{642DFA36-4714-4454-A16E-1529D9641098}"/>
                </a:ext>
              </a:extLst>
            </p:cNvPr>
            <p:cNvSpPr/>
            <p:nvPr/>
          </p:nvSpPr>
          <p:spPr>
            <a:xfrm>
              <a:off x="3479874" y="6160616"/>
              <a:ext cx="1648559" cy="3868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400" dirty="0">
                  <a:solidFill>
                    <a:schemeClr val="tx1"/>
                  </a:solidFill>
                  <a:latin typeface="Arial" panose="020B0604020202020204" pitchFamily="34" charset="0"/>
                  <a:cs typeface="Arial" panose="020B0604020202020204" pitchFamily="34" charset="0"/>
                </a:rPr>
                <a:t>Feature Selection</a:t>
              </a:r>
            </a:p>
          </p:txBody>
        </p:sp>
        <p:sp>
          <p:nvSpPr>
            <p:cNvPr id="71" name="Rectangle 70">
              <a:extLst>
                <a:ext uri="{FF2B5EF4-FFF2-40B4-BE49-F238E27FC236}">
                  <a16:creationId xmlns:a16="http://schemas.microsoft.com/office/drawing/2014/main" id="{10E2B166-87B3-4CAB-8526-82F45FE66035}"/>
                </a:ext>
              </a:extLst>
            </p:cNvPr>
            <p:cNvSpPr/>
            <p:nvPr/>
          </p:nvSpPr>
          <p:spPr>
            <a:xfrm>
              <a:off x="7264964" y="6706968"/>
              <a:ext cx="2479429" cy="3868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600" dirty="0">
                  <a:solidFill>
                    <a:schemeClr val="tx1"/>
                  </a:solidFill>
                  <a:latin typeface="Arial" panose="020B0604020202020204" pitchFamily="34" charset="0"/>
                  <a:cs typeface="Arial" panose="020B0604020202020204" pitchFamily="34" charset="0"/>
                </a:rPr>
                <a:t>Generating Report</a:t>
              </a:r>
            </a:p>
          </p:txBody>
        </p:sp>
        <p:sp>
          <p:nvSpPr>
            <p:cNvPr id="72" name="Rectangle 71">
              <a:extLst>
                <a:ext uri="{FF2B5EF4-FFF2-40B4-BE49-F238E27FC236}">
                  <a16:creationId xmlns:a16="http://schemas.microsoft.com/office/drawing/2014/main" id="{808BC936-125F-4B0A-8C1D-3F345533C636}"/>
                </a:ext>
              </a:extLst>
            </p:cNvPr>
            <p:cNvSpPr/>
            <p:nvPr/>
          </p:nvSpPr>
          <p:spPr>
            <a:xfrm>
              <a:off x="3594175" y="4708873"/>
              <a:ext cx="1441938" cy="3868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600" dirty="0">
                  <a:solidFill>
                    <a:schemeClr val="tx1"/>
                  </a:solidFill>
                  <a:latin typeface="Arial" panose="020B0604020202020204" pitchFamily="34" charset="0"/>
                  <a:cs typeface="Arial" panose="020B0604020202020204" pitchFamily="34" charset="0"/>
                </a:rPr>
                <a:t>Cleaning</a:t>
              </a:r>
            </a:p>
          </p:txBody>
        </p:sp>
        <p:sp>
          <p:nvSpPr>
            <p:cNvPr id="73" name="Rectangle 72">
              <a:extLst>
                <a:ext uri="{FF2B5EF4-FFF2-40B4-BE49-F238E27FC236}">
                  <a16:creationId xmlns:a16="http://schemas.microsoft.com/office/drawing/2014/main" id="{F180C3AD-0B69-4C04-BEBC-86FAF9A611FA}"/>
                </a:ext>
              </a:extLst>
            </p:cNvPr>
            <p:cNvSpPr/>
            <p:nvPr/>
          </p:nvSpPr>
          <p:spPr>
            <a:xfrm>
              <a:off x="3594175" y="5305147"/>
              <a:ext cx="1441938" cy="3868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500" dirty="0">
                  <a:solidFill>
                    <a:schemeClr val="tx1"/>
                  </a:solidFill>
                  <a:latin typeface="Arial" panose="020B0604020202020204" pitchFamily="34" charset="0"/>
                  <a:cs typeface="Arial" panose="020B0604020202020204" pitchFamily="34" charset="0"/>
                </a:rPr>
                <a:t>Transforming</a:t>
              </a:r>
            </a:p>
          </p:txBody>
        </p:sp>
        <p:sp>
          <p:nvSpPr>
            <p:cNvPr id="74" name="TextBox 24">
              <a:extLst>
                <a:ext uri="{FF2B5EF4-FFF2-40B4-BE49-F238E27FC236}">
                  <a16:creationId xmlns:a16="http://schemas.microsoft.com/office/drawing/2014/main" id="{DEB72717-BD91-4458-B664-CA034C609709}"/>
                </a:ext>
              </a:extLst>
            </p:cNvPr>
            <p:cNvSpPr txBox="1"/>
            <p:nvPr/>
          </p:nvSpPr>
          <p:spPr>
            <a:xfrm>
              <a:off x="3503684" y="4129144"/>
              <a:ext cx="160240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1050"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Data</a:t>
              </a:r>
            </a:p>
            <a:p>
              <a:pPr algn="ctr"/>
              <a:r>
                <a:rPr lang="en-IN" sz="1400" dirty="0">
                  <a:latin typeface="Arial" panose="020B0604020202020204" pitchFamily="34" charset="0"/>
                  <a:cs typeface="Arial" panose="020B0604020202020204" pitchFamily="34" charset="0"/>
                </a:rPr>
                <a:t> Pre-processing</a:t>
              </a:r>
            </a:p>
          </p:txBody>
        </p:sp>
        <p:sp>
          <p:nvSpPr>
            <p:cNvPr id="75" name="Rectangle 74">
              <a:extLst>
                <a:ext uri="{FF2B5EF4-FFF2-40B4-BE49-F238E27FC236}">
                  <a16:creationId xmlns:a16="http://schemas.microsoft.com/office/drawing/2014/main" id="{84F8189B-596F-458E-A75F-273756D3C2BB}"/>
                </a:ext>
              </a:extLst>
            </p:cNvPr>
            <p:cNvSpPr/>
            <p:nvPr/>
          </p:nvSpPr>
          <p:spPr>
            <a:xfrm>
              <a:off x="3041722" y="6883758"/>
              <a:ext cx="1227994" cy="3868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400" dirty="0">
                  <a:solidFill>
                    <a:schemeClr val="tx1"/>
                  </a:solidFill>
                  <a:latin typeface="Arial" panose="020B0604020202020204" pitchFamily="34" charset="0"/>
                  <a:cs typeface="Arial" panose="020B0604020202020204" pitchFamily="34" charset="0"/>
                </a:rPr>
                <a:t>Test Data</a:t>
              </a:r>
            </a:p>
          </p:txBody>
        </p:sp>
        <p:sp>
          <p:nvSpPr>
            <p:cNvPr id="76" name="Rectangle 75">
              <a:extLst>
                <a:ext uri="{FF2B5EF4-FFF2-40B4-BE49-F238E27FC236}">
                  <a16:creationId xmlns:a16="http://schemas.microsoft.com/office/drawing/2014/main" id="{4611B882-FE43-4533-98E6-5190A15E0ED9}"/>
                </a:ext>
              </a:extLst>
            </p:cNvPr>
            <p:cNvSpPr/>
            <p:nvPr/>
          </p:nvSpPr>
          <p:spPr>
            <a:xfrm>
              <a:off x="4514436" y="6891961"/>
              <a:ext cx="1227994" cy="3868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400" dirty="0">
                  <a:solidFill>
                    <a:schemeClr val="tx1"/>
                  </a:solidFill>
                  <a:latin typeface="Arial" panose="020B0604020202020204" pitchFamily="34" charset="0"/>
                  <a:cs typeface="Arial" panose="020B0604020202020204" pitchFamily="34" charset="0"/>
                </a:rPr>
                <a:t>Train Data</a:t>
              </a:r>
            </a:p>
          </p:txBody>
        </p:sp>
        <p:sp>
          <p:nvSpPr>
            <p:cNvPr id="77" name="Rectangle 76">
              <a:extLst>
                <a:ext uri="{FF2B5EF4-FFF2-40B4-BE49-F238E27FC236}">
                  <a16:creationId xmlns:a16="http://schemas.microsoft.com/office/drawing/2014/main" id="{A09C63F8-CDA3-42D6-AF16-2A4E61C1C206}"/>
                </a:ext>
              </a:extLst>
            </p:cNvPr>
            <p:cNvSpPr/>
            <p:nvPr/>
          </p:nvSpPr>
          <p:spPr>
            <a:xfrm>
              <a:off x="11436551" y="4247282"/>
              <a:ext cx="2479429" cy="3868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sz="1600" dirty="0">
                  <a:solidFill>
                    <a:schemeClr val="tx1"/>
                  </a:solidFill>
                  <a:latin typeface="Arial" panose="020B0604020202020204" pitchFamily="34" charset="0"/>
                  <a:cs typeface="Arial" panose="020B0604020202020204" pitchFamily="34" charset="0"/>
                </a:rPr>
                <a:t>Patient New Data</a:t>
              </a:r>
            </a:p>
          </p:txBody>
        </p:sp>
        <p:cxnSp>
          <p:nvCxnSpPr>
            <p:cNvPr id="78" name="Straight Arrow Connector 77">
              <a:extLst>
                <a:ext uri="{FF2B5EF4-FFF2-40B4-BE49-F238E27FC236}">
                  <a16:creationId xmlns:a16="http://schemas.microsoft.com/office/drawing/2014/main" id="{1FCC58EA-E380-470C-9F42-31758BB4A31E}"/>
                </a:ext>
              </a:extLst>
            </p:cNvPr>
            <p:cNvCxnSpPr>
              <a:cxnSpLocks/>
            </p:cNvCxnSpPr>
            <p:nvPr/>
          </p:nvCxnSpPr>
          <p:spPr>
            <a:xfrm>
              <a:off x="4164209" y="3840078"/>
              <a:ext cx="0" cy="3183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378511A6-2FF4-45F0-B848-0072F700AB7C}"/>
                </a:ext>
              </a:extLst>
            </p:cNvPr>
            <p:cNvCxnSpPr>
              <a:cxnSpLocks/>
            </p:cNvCxnSpPr>
            <p:nvPr/>
          </p:nvCxnSpPr>
          <p:spPr>
            <a:xfrm>
              <a:off x="4164209" y="5951203"/>
              <a:ext cx="0" cy="2094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664F3BA-C32E-403D-8B25-AD28A5D5E2AA}"/>
                </a:ext>
              </a:extLst>
            </p:cNvPr>
            <p:cNvCxnSpPr>
              <a:cxnSpLocks/>
            </p:cNvCxnSpPr>
            <p:nvPr/>
          </p:nvCxnSpPr>
          <p:spPr>
            <a:xfrm>
              <a:off x="4164209" y="6547477"/>
              <a:ext cx="0" cy="20155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5410E2-48A6-4B7D-9D17-E0C094F08915}"/>
                </a:ext>
              </a:extLst>
            </p:cNvPr>
            <p:cNvCxnSpPr>
              <a:cxnSpLocks/>
            </p:cNvCxnSpPr>
            <p:nvPr/>
          </p:nvCxnSpPr>
          <p:spPr>
            <a:xfrm>
              <a:off x="5932928" y="6986988"/>
              <a:ext cx="290147"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B4792C4-9482-4B23-BE90-84463394D497}"/>
                </a:ext>
              </a:extLst>
            </p:cNvPr>
            <p:cNvCxnSpPr>
              <a:cxnSpLocks/>
            </p:cNvCxnSpPr>
            <p:nvPr/>
          </p:nvCxnSpPr>
          <p:spPr>
            <a:xfrm flipV="1">
              <a:off x="6217213" y="4447263"/>
              <a:ext cx="0" cy="253972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BC024AB1-EF49-49BA-A3F2-39D3E96C2981}"/>
                </a:ext>
              </a:extLst>
            </p:cNvPr>
            <p:cNvCxnSpPr>
              <a:endCxn id="67" idx="1"/>
            </p:cNvCxnSpPr>
            <p:nvPr/>
          </p:nvCxnSpPr>
          <p:spPr>
            <a:xfrm>
              <a:off x="6217213" y="4447263"/>
              <a:ext cx="1047750"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3346881-6B3A-4355-9238-F8E761B9D618}"/>
                </a:ext>
              </a:extLst>
            </p:cNvPr>
            <p:cNvCxnSpPr>
              <a:cxnSpLocks/>
            </p:cNvCxnSpPr>
            <p:nvPr/>
          </p:nvCxnSpPr>
          <p:spPr>
            <a:xfrm>
              <a:off x="8312150" y="4739674"/>
              <a:ext cx="0" cy="8203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20AA6F35-F9C9-4957-B68F-6319A8D33139}"/>
                </a:ext>
              </a:extLst>
            </p:cNvPr>
            <p:cNvCxnSpPr>
              <a:cxnSpLocks/>
            </p:cNvCxnSpPr>
            <p:nvPr/>
          </p:nvCxnSpPr>
          <p:spPr>
            <a:xfrm>
              <a:off x="8312150" y="5921418"/>
              <a:ext cx="0" cy="7855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9D006FCB-0464-42E4-BA99-18CB0CF0C9DC}"/>
                </a:ext>
              </a:extLst>
            </p:cNvPr>
            <p:cNvCxnSpPr>
              <a:cxnSpLocks/>
              <a:endCxn id="67" idx="3"/>
            </p:cNvCxnSpPr>
            <p:nvPr/>
          </p:nvCxnSpPr>
          <p:spPr>
            <a:xfrm flipH="1">
              <a:off x="9744393" y="4447263"/>
              <a:ext cx="1669080"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object 5">
            <a:extLst>
              <a:ext uri="{FF2B5EF4-FFF2-40B4-BE49-F238E27FC236}">
                <a16:creationId xmlns:a16="http://schemas.microsoft.com/office/drawing/2014/main" id="{C6A9D5E5-11AC-8162-3658-D4C1BC2A040C}"/>
              </a:ext>
            </a:extLst>
          </p:cNvPr>
          <p:cNvGrpSpPr/>
          <p:nvPr/>
        </p:nvGrpSpPr>
        <p:grpSpPr>
          <a:xfrm>
            <a:off x="1169279" y="9631680"/>
            <a:ext cx="1590040" cy="394970"/>
            <a:chOff x="1169279" y="9591838"/>
            <a:chExt cx="1590040" cy="394970"/>
          </a:xfrm>
        </p:grpSpPr>
        <p:sp>
          <p:nvSpPr>
            <p:cNvPr id="4" name="object 6">
              <a:extLst>
                <a:ext uri="{FF2B5EF4-FFF2-40B4-BE49-F238E27FC236}">
                  <a16:creationId xmlns:a16="http://schemas.microsoft.com/office/drawing/2014/main" id="{3ED62B3C-041D-3162-6392-92ABC89976F3}"/>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5" name="object 7">
              <a:extLst>
                <a:ext uri="{FF2B5EF4-FFF2-40B4-BE49-F238E27FC236}">
                  <a16:creationId xmlns:a16="http://schemas.microsoft.com/office/drawing/2014/main" id="{4BDCE359-3DF2-4B8B-F1C8-66756C36E168}"/>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6" name="object 8">
              <a:extLst>
                <a:ext uri="{FF2B5EF4-FFF2-40B4-BE49-F238E27FC236}">
                  <a16:creationId xmlns:a16="http://schemas.microsoft.com/office/drawing/2014/main" id="{B2DE473D-30D5-D471-3AFB-6A25670EC6A3}"/>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7" name="object 9">
              <a:extLst>
                <a:ext uri="{FF2B5EF4-FFF2-40B4-BE49-F238E27FC236}">
                  <a16:creationId xmlns:a16="http://schemas.microsoft.com/office/drawing/2014/main" id="{2F8BB600-912B-9103-2F69-7B58770C9A8D}"/>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8" name="object 10">
              <a:extLst>
                <a:ext uri="{FF2B5EF4-FFF2-40B4-BE49-F238E27FC236}">
                  <a16:creationId xmlns:a16="http://schemas.microsoft.com/office/drawing/2014/main" id="{C260670A-271B-AC44-C595-5A5EB2BE2C8B}"/>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9" name="object 11">
              <a:extLst>
                <a:ext uri="{FF2B5EF4-FFF2-40B4-BE49-F238E27FC236}">
                  <a16:creationId xmlns:a16="http://schemas.microsoft.com/office/drawing/2014/main" id="{81FA3AA6-9440-7633-BCC4-8FCCFE89EDE3}"/>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0" name="object 12">
              <a:extLst>
                <a:ext uri="{FF2B5EF4-FFF2-40B4-BE49-F238E27FC236}">
                  <a16:creationId xmlns:a16="http://schemas.microsoft.com/office/drawing/2014/main" id="{D7BE473D-16F2-9F35-07EC-93AB8E995213}"/>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1" name="object 13">
              <a:extLst>
                <a:ext uri="{FF2B5EF4-FFF2-40B4-BE49-F238E27FC236}">
                  <a16:creationId xmlns:a16="http://schemas.microsoft.com/office/drawing/2014/main" id="{896E5751-3824-9824-24C6-0BD24E680AC7}"/>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2" name="object 14">
              <a:extLst>
                <a:ext uri="{FF2B5EF4-FFF2-40B4-BE49-F238E27FC236}">
                  <a16:creationId xmlns:a16="http://schemas.microsoft.com/office/drawing/2014/main" id="{4AA8F364-48AB-01FF-8FC7-61EA71BB1470}"/>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3" name="object 15">
              <a:extLst>
                <a:ext uri="{FF2B5EF4-FFF2-40B4-BE49-F238E27FC236}">
                  <a16:creationId xmlns:a16="http://schemas.microsoft.com/office/drawing/2014/main" id="{D5F42770-C9DC-C6F0-CC04-5BC10589836B}"/>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4" name="object 16">
              <a:extLst>
                <a:ext uri="{FF2B5EF4-FFF2-40B4-BE49-F238E27FC236}">
                  <a16:creationId xmlns:a16="http://schemas.microsoft.com/office/drawing/2014/main" id="{5FADB9DD-D277-7977-390F-7C62E491B029}"/>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5" name="object 17">
              <a:extLst>
                <a:ext uri="{FF2B5EF4-FFF2-40B4-BE49-F238E27FC236}">
                  <a16:creationId xmlns:a16="http://schemas.microsoft.com/office/drawing/2014/main" id="{7F7D0B1A-DE86-46F8-1C99-36D993D20CA0}"/>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6" name="object 18">
              <a:extLst>
                <a:ext uri="{FF2B5EF4-FFF2-40B4-BE49-F238E27FC236}">
                  <a16:creationId xmlns:a16="http://schemas.microsoft.com/office/drawing/2014/main" id="{1B4FEFB0-D188-BADF-171F-4D4BDBCB6A08}"/>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7" name="object 19">
              <a:extLst>
                <a:ext uri="{FF2B5EF4-FFF2-40B4-BE49-F238E27FC236}">
                  <a16:creationId xmlns:a16="http://schemas.microsoft.com/office/drawing/2014/main" id="{877FE29B-CDDD-5443-C69E-7C105529F1C7}"/>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18" name="object 23">
            <a:extLst>
              <a:ext uri="{FF2B5EF4-FFF2-40B4-BE49-F238E27FC236}">
                <a16:creationId xmlns:a16="http://schemas.microsoft.com/office/drawing/2014/main" id="{D1C0FA46-B5F9-670C-A1BD-B0F59CB3EE71}"/>
              </a:ext>
            </a:extLst>
          </p:cNvPr>
          <p:cNvSpPr/>
          <p:nvPr/>
        </p:nvSpPr>
        <p:spPr>
          <a:xfrm>
            <a:off x="16167797"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
        <p:nvSpPr>
          <p:cNvPr id="19" name="object 20">
            <a:extLst>
              <a:ext uri="{FF2B5EF4-FFF2-40B4-BE49-F238E27FC236}">
                <a16:creationId xmlns:a16="http://schemas.microsoft.com/office/drawing/2014/main" id="{16CB9C5C-83A0-788F-9F0F-2FA83BA4E7CF}"/>
              </a:ext>
            </a:extLst>
          </p:cNvPr>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0" name="object 21">
            <a:extLst>
              <a:ext uri="{FF2B5EF4-FFF2-40B4-BE49-F238E27FC236}">
                <a16:creationId xmlns:a16="http://schemas.microsoft.com/office/drawing/2014/main" id="{2F088347-6BD6-BD80-EF7E-446AB6D7AFDC}"/>
              </a:ext>
            </a:extLst>
          </p:cNvPr>
          <p:cNvSpPr/>
          <p:nvPr/>
        </p:nvSpPr>
        <p:spPr>
          <a:xfrm>
            <a:off x="13680693" y="9233279"/>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575259"/>
          </a:solidFill>
        </p:spPr>
        <p:txBody>
          <a:bodyPr wrap="square" lIns="0" tIns="0" rIns="0" bIns="0" rtlCol="0"/>
          <a:lstStyle/>
          <a:p>
            <a:endParaRPr/>
          </a:p>
        </p:txBody>
      </p:sp>
      <p:sp>
        <p:nvSpPr>
          <p:cNvPr id="21" name="object 24">
            <a:extLst>
              <a:ext uri="{FF2B5EF4-FFF2-40B4-BE49-F238E27FC236}">
                <a16:creationId xmlns:a16="http://schemas.microsoft.com/office/drawing/2014/main" id="{1981C7AF-8B83-6075-69D0-710F99019E06}"/>
              </a:ext>
            </a:extLst>
          </p:cNvPr>
          <p:cNvSpPr/>
          <p:nvPr/>
        </p:nvSpPr>
        <p:spPr>
          <a:xfrm>
            <a:off x="14125716" y="161252"/>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
        <p:nvSpPr>
          <p:cNvPr id="22" name="object 25">
            <a:extLst>
              <a:ext uri="{FF2B5EF4-FFF2-40B4-BE49-F238E27FC236}">
                <a16:creationId xmlns:a16="http://schemas.microsoft.com/office/drawing/2014/main" id="{BFBD9494-3236-8632-196F-8C5224D897FA}"/>
              </a:ext>
            </a:extLst>
          </p:cNvPr>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Tree>
    <p:extLst>
      <p:ext uri="{BB962C8B-B14F-4D97-AF65-F5344CB8AC3E}">
        <p14:creationId xmlns:p14="http://schemas.microsoft.com/office/powerpoint/2010/main" val="271102137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0647-2273-B302-952F-91319A7AE091}"/>
              </a:ext>
            </a:extLst>
          </p:cNvPr>
          <p:cNvSpPr>
            <a:spLocks noGrp="1"/>
          </p:cNvSpPr>
          <p:nvPr>
            <p:ph type="title"/>
          </p:nvPr>
        </p:nvSpPr>
        <p:spPr>
          <a:xfrm>
            <a:off x="615950" y="2025650"/>
            <a:ext cx="7896225" cy="1661993"/>
          </a:xfrm>
        </p:spPr>
        <p:txBody>
          <a:bodyPr/>
          <a:lstStyle/>
          <a:p>
            <a:r>
              <a:rPr lang="en-US" sz="5400" dirty="0"/>
              <a:t>Visualization of the Features </a:t>
            </a:r>
            <a:endParaRPr lang="en-IN" sz="5400" dirty="0"/>
          </a:p>
        </p:txBody>
      </p:sp>
      <p:sp>
        <p:nvSpPr>
          <p:cNvPr id="8" name="TextBox 7">
            <a:extLst>
              <a:ext uri="{FF2B5EF4-FFF2-40B4-BE49-F238E27FC236}">
                <a16:creationId xmlns:a16="http://schemas.microsoft.com/office/drawing/2014/main" id="{3731951D-DABE-952C-6170-B2466E062159}"/>
              </a:ext>
            </a:extLst>
          </p:cNvPr>
          <p:cNvSpPr txBox="1"/>
          <p:nvPr/>
        </p:nvSpPr>
        <p:spPr>
          <a:xfrm>
            <a:off x="539750" y="3564800"/>
            <a:ext cx="7772400" cy="3170099"/>
          </a:xfrm>
          <a:prstGeom prst="rect">
            <a:avLst/>
          </a:prstGeom>
          <a:noFill/>
        </p:spPr>
        <p:txBody>
          <a:bodyPr wrap="square" rtlCol="0">
            <a:spAutoFit/>
          </a:bodyPr>
          <a:lstStyle/>
          <a:p>
            <a:pPr marL="285750" indent="-285750">
              <a:buFont typeface="Arial" panose="020B0604020202020204" pitchFamily="34" charset="0"/>
              <a:buChar char="•"/>
            </a:pPr>
            <a:r>
              <a:rPr lang="en-US" sz="2000" b="1" i="1" dirty="0">
                <a:latin typeface="Aptos Narrow" panose="020B0004020202020204" pitchFamily="34" charset="0"/>
              </a:rPr>
              <a:t>Radius (mean of distances from the center to points on the perimeter)</a:t>
            </a:r>
          </a:p>
          <a:p>
            <a:pPr marL="285750" indent="-285750">
              <a:buFont typeface="Arial" panose="020B0604020202020204" pitchFamily="34" charset="0"/>
              <a:buChar char="•"/>
            </a:pPr>
            <a:r>
              <a:rPr lang="en-US" sz="2000" b="1" i="1" dirty="0">
                <a:latin typeface="Aptos Narrow" panose="020B0004020202020204" pitchFamily="34" charset="0"/>
              </a:rPr>
              <a:t>Texture (standard deviation of gray-scale values)</a:t>
            </a:r>
          </a:p>
          <a:p>
            <a:pPr marL="285750" indent="-285750">
              <a:buFont typeface="Arial" panose="020B0604020202020204" pitchFamily="34" charset="0"/>
              <a:buChar char="•"/>
            </a:pPr>
            <a:r>
              <a:rPr lang="en-US" sz="2000" b="1" i="1" dirty="0">
                <a:latin typeface="Aptos Narrow" panose="020B0004020202020204" pitchFamily="34" charset="0"/>
              </a:rPr>
              <a:t>Perimeter</a:t>
            </a:r>
          </a:p>
          <a:p>
            <a:pPr marL="285750" indent="-285750">
              <a:buFont typeface="Arial" panose="020B0604020202020204" pitchFamily="34" charset="0"/>
              <a:buChar char="•"/>
            </a:pPr>
            <a:r>
              <a:rPr lang="en-US" sz="2000" b="1" i="1" dirty="0">
                <a:latin typeface="Aptos Narrow" panose="020B0004020202020204" pitchFamily="34" charset="0"/>
              </a:rPr>
              <a:t>Area</a:t>
            </a:r>
          </a:p>
          <a:p>
            <a:pPr marL="285750" indent="-285750">
              <a:buFont typeface="Arial" panose="020B0604020202020204" pitchFamily="34" charset="0"/>
              <a:buChar char="•"/>
            </a:pPr>
            <a:r>
              <a:rPr lang="en-US" sz="2000" b="1" i="1" dirty="0">
                <a:latin typeface="Aptos Narrow" panose="020B0004020202020204" pitchFamily="34" charset="0"/>
              </a:rPr>
              <a:t>Smoothness (local variation in radius lengths)</a:t>
            </a:r>
          </a:p>
          <a:p>
            <a:pPr marL="285750" indent="-285750">
              <a:buFont typeface="Arial" panose="020B0604020202020204" pitchFamily="34" charset="0"/>
              <a:buChar char="•"/>
            </a:pPr>
            <a:r>
              <a:rPr lang="en-US" sz="2000" b="1" i="1" dirty="0">
                <a:latin typeface="Aptos Narrow" panose="020B0004020202020204" pitchFamily="34" charset="0"/>
              </a:rPr>
              <a:t>Compactness (perimeter^2 / area - 1.0)</a:t>
            </a:r>
          </a:p>
          <a:p>
            <a:pPr marL="285750" indent="-285750">
              <a:buFont typeface="Arial" panose="020B0604020202020204" pitchFamily="34" charset="0"/>
              <a:buChar char="•"/>
            </a:pPr>
            <a:r>
              <a:rPr lang="en-US" sz="2000" b="1" i="1" dirty="0">
                <a:latin typeface="Aptos Narrow" panose="020B0004020202020204" pitchFamily="34" charset="0"/>
              </a:rPr>
              <a:t>Concavity (severity of concave portions of the contour)</a:t>
            </a:r>
          </a:p>
          <a:p>
            <a:pPr marL="285750" indent="-285750">
              <a:buFont typeface="Arial" panose="020B0604020202020204" pitchFamily="34" charset="0"/>
              <a:buChar char="•"/>
            </a:pPr>
            <a:r>
              <a:rPr lang="en-US" sz="2000" b="1" i="1" dirty="0">
                <a:latin typeface="Aptos Narrow" panose="020B0004020202020204" pitchFamily="34" charset="0"/>
              </a:rPr>
              <a:t>Concave points (number of concave portions of the contour)</a:t>
            </a:r>
          </a:p>
          <a:p>
            <a:pPr marL="285750" indent="-285750">
              <a:buFont typeface="Arial" panose="020B0604020202020204" pitchFamily="34" charset="0"/>
              <a:buChar char="•"/>
            </a:pPr>
            <a:r>
              <a:rPr lang="en-US" sz="2000" b="1" i="1" dirty="0">
                <a:latin typeface="Aptos Narrow" panose="020B0004020202020204" pitchFamily="34" charset="0"/>
              </a:rPr>
              <a:t>Symmetry</a:t>
            </a:r>
          </a:p>
          <a:p>
            <a:pPr marL="285750" indent="-285750">
              <a:buFont typeface="Arial" panose="020B0604020202020204" pitchFamily="34" charset="0"/>
              <a:buChar char="•"/>
            </a:pPr>
            <a:r>
              <a:rPr lang="en-US" sz="2000" b="1" i="1" dirty="0">
                <a:latin typeface="Aptos Narrow" panose="020B0004020202020204" pitchFamily="34" charset="0"/>
              </a:rPr>
              <a:t>Fractal dimension ("coastline approximation" - 1)</a:t>
            </a:r>
          </a:p>
        </p:txBody>
      </p:sp>
      <p:grpSp>
        <p:nvGrpSpPr>
          <p:cNvPr id="3" name="object 5">
            <a:extLst>
              <a:ext uri="{FF2B5EF4-FFF2-40B4-BE49-F238E27FC236}">
                <a16:creationId xmlns:a16="http://schemas.microsoft.com/office/drawing/2014/main" id="{BE5F4DA1-E842-E6D4-1D94-A8AC6B85E518}"/>
              </a:ext>
            </a:extLst>
          </p:cNvPr>
          <p:cNvGrpSpPr/>
          <p:nvPr/>
        </p:nvGrpSpPr>
        <p:grpSpPr>
          <a:xfrm>
            <a:off x="1169279" y="9591838"/>
            <a:ext cx="1590040" cy="394970"/>
            <a:chOff x="1169279" y="9591838"/>
            <a:chExt cx="1590040" cy="394970"/>
          </a:xfrm>
        </p:grpSpPr>
        <p:sp>
          <p:nvSpPr>
            <p:cNvPr id="4" name="object 6">
              <a:extLst>
                <a:ext uri="{FF2B5EF4-FFF2-40B4-BE49-F238E27FC236}">
                  <a16:creationId xmlns:a16="http://schemas.microsoft.com/office/drawing/2014/main" id="{190F84FB-1487-F344-037A-45C9DD7A667C}"/>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5" name="object 7">
              <a:extLst>
                <a:ext uri="{FF2B5EF4-FFF2-40B4-BE49-F238E27FC236}">
                  <a16:creationId xmlns:a16="http://schemas.microsoft.com/office/drawing/2014/main" id="{8F07A907-5329-E8A3-CF68-D96AF90AFA81}"/>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6" name="object 8">
              <a:extLst>
                <a:ext uri="{FF2B5EF4-FFF2-40B4-BE49-F238E27FC236}">
                  <a16:creationId xmlns:a16="http://schemas.microsoft.com/office/drawing/2014/main" id="{20D53A64-E4E8-1913-1079-B0EE7B47E8B4}"/>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7" name="object 9">
              <a:extLst>
                <a:ext uri="{FF2B5EF4-FFF2-40B4-BE49-F238E27FC236}">
                  <a16:creationId xmlns:a16="http://schemas.microsoft.com/office/drawing/2014/main" id="{975FB678-78FE-D942-DDBB-0467A89BD7F9}"/>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9" name="object 10">
              <a:extLst>
                <a:ext uri="{FF2B5EF4-FFF2-40B4-BE49-F238E27FC236}">
                  <a16:creationId xmlns:a16="http://schemas.microsoft.com/office/drawing/2014/main" id="{45966041-91A3-C7FC-1370-86A6BA3656E7}"/>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0" name="object 11">
              <a:extLst>
                <a:ext uri="{FF2B5EF4-FFF2-40B4-BE49-F238E27FC236}">
                  <a16:creationId xmlns:a16="http://schemas.microsoft.com/office/drawing/2014/main" id="{385DABEF-46C9-7F8F-FC83-0C075B63D69F}"/>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1" name="object 12">
              <a:extLst>
                <a:ext uri="{FF2B5EF4-FFF2-40B4-BE49-F238E27FC236}">
                  <a16:creationId xmlns:a16="http://schemas.microsoft.com/office/drawing/2014/main" id="{F76B6570-FE6B-98EB-5C81-BF414CB18079}"/>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2" name="object 13">
              <a:extLst>
                <a:ext uri="{FF2B5EF4-FFF2-40B4-BE49-F238E27FC236}">
                  <a16:creationId xmlns:a16="http://schemas.microsoft.com/office/drawing/2014/main" id="{3876F9D0-D06A-BF2B-EDD7-335B9F0C628F}"/>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3" name="object 14">
              <a:extLst>
                <a:ext uri="{FF2B5EF4-FFF2-40B4-BE49-F238E27FC236}">
                  <a16:creationId xmlns:a16="http://schemas.microsoft.com/office/drawing/2014/main" id="{52A453EA-F1AC-EB7B-0EB8-4FBC38F6165D}"/>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4" name="object 15">
              <a:extLst>
                <a:ext uri="{FF2B5EF4-FFF2-40B4-BE49-F238E27FC236}">
                  <a16:creationId xmlns:a16="http://schemas.microsoft.com/office/drawing/2014/main" id="{9A669AA3-73E2-BBE9-9726-C9E555F92247}"/>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5" name="object 16">
              <a:extLst>
                <a:ext uri="{FF2B5EF4-FFF2-40B4-BE49-F238E27FC236}">
                  <a16:creationId xmlns:a16="http://schemas.microsoft.com/office/drawing/2014/main" id="{BFA76ED4-7AB2-90CD-35B8-9AE2CEF67861}"/>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6" name="object 17">
              <a:extLst>
                <a:ext uri="{FF2B5EF4-FFF2-40B4-BE49-F238E27FC236}">
                  <a16:creationId xmlns:a16="http://schemas.microsoft.com/office/drawing/2014/main" id="{CC904DDC-6F6F-EF33-AE78-65E6744A35B0}"/>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7" name="object 18">
              <a:extLst>
                <a:ext uri="{FF2B5EF4-FFF2-40B4-BE49-F238E27FC236}">
                  <a16:creationId xmlns:a16="http://schemas.microsoft.com/office/drawing/2014/main" id="{E87D156F-2738-4D28-7964-2CA29189B9F9}"/>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8" name="object 19">
              <a:extLst>
                <a:ext uri="{FF2B5EF4-FFF2-40B4-BE49-F238E27FC236}">
                  <a16:creationId xmlns:a16="http://schemas.microsoft.com/office/drawing/2014/main" id="{3F3E556F-A2AB-10AA-DB2E-2523F867441A}"/>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pic>
        <p:nvPicPr>
          <p:cNvPr id="21" name="Picture 20">
            <a:extLst>
              <a:ext uri="{FF2B5EF4-FFF2-40B4-BE49-F238E27FC236}">
                <a16:creationId xmlns:a16="http://schemas.microsoft.com/office/drawing/2014/main" id="{3EA44C28-DC43-8996-44F6-E3776C6067BF}"/>
              </a:ext>
            </a:extLst>
          </p:cNvPr>
          <p:cNvPicPr>
            <a:picLocks noChangeAspect="1"/>
          </p:cNvPicPr>
          <p:nvPr/>
        </p:nvPicPr>
        <p:blipFill rotWithShape="1">
          <a:blip r:embed="rId2">
            <a:extLst>
              <a:ext uri="{28A0092B-C50C-407E-A947-70E740481C1C}">
                <a14:useLocalDpi xmlns:a14="http://schemas.microsoft.com/office/drawing/2010/main" val="0"/>
              </a:ext>
            </a:extLst>
          </a:blip>
          <a:srcRect l="10834" t="27778" r="11627" b="9259"/>
          <a:stretch/>
        </p:blipFill>
        <p:spPr>
          <a:xfrm>
            <a:off x="8235950" y="2940050"/>
            <a:ext cx="8458200" cy="4495800"/>
          </a:xfrm>
          <a:prstGeom prst="rect">
            <a:avLst/>
          </a:prstGeom>
        </p:spPr>
      </p:pic>
    </p:spTree>
    <p:extLst>
      <p:ext uri="{BB962C8B-B14F-4D97-AF65-F5344CB8AC3E}">
        <p14:creationId xmlns:p14="http://schemas.microsoft.com/office/powerpoint/2010/main" val="209503650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BCD4AF-0539-25EB-4425-86F8832B8F4E}"/>
              </a:ext>
            </a:extLst>
          </p:cNvPr>
          <p:cNvPicPr>
            <a:picLocks noChangeAspect="1"/>
          </p:cNvPicPr>
          <p:nvPr/>
        </p:nvPicPr>
        <p:blipFill>
          <a:blip r:embed="rId2"/>
          <a:stretch>
            <a:fillRect/>
          </a:stretch>
        </p:blipFill>
        <p:spPr>
          <a:xfrm>
            <a:off x="234950" y="2254250"/>
            <a:ext cx="8382000" cy="5568304"/>
          </a:xfrm>
          <a:prstGeom prst="rect">
            <a:avLst/>
          </a:prstGeom>
        </p:spPr>
      </p:pic>
      <p:sp>
        <p:nvSpPr>
          <p:cNvPr id="5" name="TextBox 4">
            <a:extLst>
              <a:ext uri="{FF2B5EF4-FFF2-40B4-BE49-F238E27FC236}">
                <a16:creationId xmlns:a16="http://schemas.microsoft.com/office/drawing/2014/main" id="{5B6399E5-CB88-81BB-0E46-8BC605E00E40}"/>
              </a:ext>
            </a:extLst>
          </p:cNvPr>
          <p:cNvSpPr txBox="1"/>
          <p:nvPr/>
        </p:nvSpPr>
        <p:spPr>
          <a:xfrm>
            <a:off x="9501306" y="1918196"/>
            <a:ext cx="6858000" cy="6463308"/>
          </a:xfrm>
          <a:prstGeom prst="rect">
            <a:avLst/>
          </a:prstGeom>
          <a:noFill/>
        </p:spPr>
        <p:txBody>
          <a:bodyPr wrap="square" rtlCol="0">
            <a:spAutoFit/>
          </a:bodyPr>
          <a:lstStyle/>
          <a:p>
            <a:r>
              <a:rPr lang="en-US" dirty="0"/>
              <a:t>1. </a:t>
            </a:r>
            <a:r>
              <a:rPr lang="en-US" b="1" dirty="0"/>
              <a:t>Mean Radius vs. Mean Texture</a:t>
            </a:r>
            <a:endParaRPr lang="en-IN" b="1" dirty="0"/>
          </a:p>
          <a:p>
            <a:pPr lvl="3"/>
            <a:r>
              <a:rPr lang="en-IN" dirty="0"/>
              <a:t>	Observation:</a:t>
            </a:r>
            <a:r>
              <a:rPr lang="en-US" dirty="0"/>
              <a:t>The plot reveals a fairly scattered 	distribution, indicating that there is no strong linear 	correlation between the mean radius and the mean 	texture. Tumors with a similar radius can have a wide 	</a:t>
            </a:r>
          </a:p>
          <a:p>
            <a:pPr lvl="3"/>
            <a:r>
              <a:rPr lang="en-US" dirty="0"/>
              <a:t>	range of textures.</a:t>
            </a:r>
          </a:p>
          <a:p>
            <a:pPr lvl="3"/>
            <a:r>
              <a:rPr lang="en-US" dirty="0"/>
              <a:t>2. </a:t>
            </a:r>
            <a:r>
              <a:rPr lang="en-US" b="1" dirty="0"/>
              <a:t>Mean Radius vs. Mean Perimeter</a:t>
            </a:r>
          </a:p>
          <a:p>
            <a:pPr lvl="3"/>
            <a:r>
              <a:rPr lang="en-US" dirty="0"/>
              <a:t>	Observation: There is a strong positive linear correlation 	between the mean radius and the mean perimeter. As 	the radius of the tumor increases, the perimeter also 	increases proportionally. This makes sense 	geometrically since the perimeter of a circle is directly 	proportional to its radius.</a:t>
            </a:r>
          </a:p>
          <a:p>
            <a:pPr lvl="3"/>
            <a:r>
              <a:rPr lang="en-US" dirty="0"/>
              <a:t>3. </a:t>
            </a:r>
            <a:r>
              <a:rPr lang="en-US" b="1" dirty="0"/>
              <a:t>Mean Radius vs. Mean Area</a:t>
            </a:r>
          </a:p>
          <a:p>
            <a:pPr lvl="3"/>
            <a:r>
              <a:rPr lang="en-US" dirty="0"/>
              <a:t>	Observation: There is a strong positive non-linear 	(quadratic) correlation between the mean radius and the 	mean area. As the radius increases, the area increases 	more rapidly. </a:t>
            </a:r>
          </a:p>
          <a:p>
            <a:pPr lvl="3"/>
            <a:r>
              <a:rPr lang="en-US" dirty="0"/>
              <a:t>4</a:t>
            </a:r>
            <a:r>
              <a:rPr lang="en-US" b="1" dirty="0"/>
              <a:t>. Mean Texture vs. Mean Perimeter</a:t>
            </a:r>
          </a:p>
          <a:p>
            <a:pPr lvl="3"/>
            <a:r>
              <a:rPr lang="en-US" dirty="0"/>
              <a:t>	Observation: There is a scattered distribution similar to 	the first plot, indicating no strong linear correlation 	between mean texture and mean perimeter. Tumors with 	a similar perimeter can have a wide range of textures.</a:t>
            </a:r>
          </a:p>
        </p:txBody>
      </p:sp>
      <p:grpSp>
        <p:nvGrpSpPr>
          <p:cNvPr id="2" name="object 5">
            <a:extLst>
              <a:ext uri="{FF2B5EF4-FFF2-40B4-BE49-F238E27FC236}">
                <a16:creationId xmlns:a16="http://schemas.microsoft.com/office/drawing/2014/main" id="{1F1A5A1C-662F-E5C3-14F7-30212576D196}"/>
              </a:ext>
            </a:extLst>
          </p:cNvPr>
          <p:cNvGrpSpPr/>
          <p:nvPr/>
        </p:nvGrpSpPr>
        <p:grpSpPr>
          <a:xfrm>
            <a:off x="1169279" y="9569450"/>
            <a:ext cx="1590040" cy="394970"/>
            <a:chOff x="1169279" y="9591838"/>
            <a:chExt cx="1590040" cy="394970"/>
          </a:xfrm>
        </p:grpSpPr>
        <p:sp>
          <p:nvSpPr>
            <p:cNvPr id="3" name="object 6">
              <a:extLst>
                <a:ext uri="{FF2B5EF4-FFF2-40B4-BE49-F238E27FC236}">
                  <a16:creationId xmlns:a16="http://schemas.microsoft.com/office/drawing/2014/main" id="{D3BC4B99-D07E-692E-8203-EBD326473C62}"/>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6" name="object 7">
              <a:extLst>
                <a:ext uri="{FF2B5EF4-FFF2-40B4-BE49-F238E27FC236}">
                  <a16:creationId xmlns:a16="http://schemas.microsoft.com/office/drawing/2014/main" id="{39BB33DE-4F89-94E6-BB7C-60E3731C9ADE}"/>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7" name="object 8">
              <a:extLst>
                <a:ext uri="{FF2B5EF4-FFF2-40B4-BE49-F238E27FC236}">
                  <a16:creationId xmlns:a16="http://schemas.microsoft.com/office/drawing/2014/main" id="{78C4CF4B-3399-6B00-998F-364059856FE7}"/>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8" name="object 9">
              <a:extLst>
                <a:ext uri="{FF2B5EF4-FFF2-40B4-BE49-F238E27FC236}">
                  <a16:creationId xmlns:a16="http://schemas.microsoft.com/office/drawing/2014/main" id="{32E7BEAF-A246-9F9C-D4A3-CED25590B0DA}"/>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9" name="object 10">
              <a:extLst>
                <a:ext uri="{FF2B5EF4-FFF2-40B4-BE49-F238E27FC236}">
                  <a16:creationId xmlns:a16="http://schemas.microsoft.com/office/drawing/2014/main" id="{EC7F5E9A-AB61-E9E0-B2EA-801169B72238}"/>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0" name="object 11">
              <a:extLst>
                <a:ext uri="{FF2B5EF4-FFF2-40B4-BE49-F238E27FC236}">
                  <a16:creationId xmlns:a16="http://schemas.microsoft.com/office/drawing/2014/main" id="{2CC3CD36-DB81-3895-9170-41C7BD0E344C}"/>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1" name="object 12">
              <a:extLst>
                <a:ext uri="{FF2B5EF4-FFF2-40B4-BE49-F238E27FC236}">
                  <a16:creationId xmlns:a16="http://schemas.microsoft.com/office/drawing/2014/main" id="{010C0F78-BAD5-895C-4C1D-360845116197}"/>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2" name="object 13">
              <a:extLst>
                <a:ext uri="{FF2B5EF4-FFF2-40B4-BE49-F238E27FC236}">
                  <a16:creationId xmlns:a16="http://schemas.microsoft.com/office/drawing/2014/main" id="{F4F0A3D1-46CD-6537-86D9-86B9169221B4}"/>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3" name="object 14">
              <a:extLst>
                <a:ext uri="{FF2B5EF4-FFF2-40B4-BE49-F238E27FC236}">
                  <a16:creationId xmlns:a16="http://schemas.microsoft.com/office/drawing/2014/main" id="{8341C2BC-9B36-F2F3-0323-78E3660AC2A6}"/>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4" name="object 15">
              <a:extLst>
                <a:ext uri="{FF2B5EF4-FFF2-40B4-BE49-F238E27FC236}">
                  <a16:creationId xmlns:a16="http://schemas.microsoft.com/office/drawing/2014/main" id="{28804656-3A41-F0AE-9C81-FCFB3CF5D6E8}"/>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5" name="object 16">
              <a:extLst>
                <a:ext uri="{FF2B5EF4-FFF2-40B4-BE49-F238E27FC236}">
                  <a16:creationId xmlns:a16="http://schemas.microsoft.com/office/drawing/2014/main" id="{E7AC0A59-698E-AA57-CA56-C4ACAD1EE09B}"/>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6" name="object 17">
              <a:extLst>
                <a:ext uri="{FF2B5EF4-FFF2-40B4-BE49-F238E27FC236}">
                  <a16:creationId xmlns:a16="http://schemas.microsoft.com/office/drawing/2014/main" id="{2FE34783-A15E-5D73-6F13-E8C48ED8024E}"/>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7" name="object 18">
              <a:extLst>
                <a:ext uri="{FF2B5EF4-FFF2-40B4-BE49-F238E27FC236}">
                  <a16:creationId xmlns:a16="http://schemas.microsoft.com/office/drawing/2014/main" id="{8C448714-7C74-E380-70C1-DF03143B2826}"/>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8" name="object 19">
              <a:extLst>
                <a:ext uri="{FF2B5EF4-FFF2-40B4-BE49-F238E27FC236}">
                  <a16:creationId xmlns:a16="http://schemas.microsoft.com/office/drawing/2014/main" id="{195310E0-707B-2F41-D3F0-A1F7704FA86C}"/>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19" name="object 23">
            <a:extLst>
              <a:ext uri="{FF2B5EF4-FFF2-40B4-BE49-F238E27FC236}">
                <a16:creationId xmlns:a16="http://schemas.microsoft.com/office/drawing/2014/main" id="{4C31A8A6-5D94-6A17-4034-CB24196AFAFD}"/>
              </a:ext>
            </a:extLst>
          </p:cNvPr>
          <p:cNvSpPr/>
          <p:nvPr/>
        </p:nvSpPr>
        <p:spPr>
          <a:xfrm>
            <a:off x="16340057" y="17958"/>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
        <p:nvSpPr>
          <p:cNvPr id="20" name="object 20">
            <a:extLst>
              <a:ext uri="{FF2B5EF4-FFF2-40B4-BE49-F238E27FC236}">
                <a16:creationId xmlns:a16="http://schemas.microsoft.com/office/drawing/2014/main" id="{B667737B-8604-85B5-F388-25E66BDEA4F3}"/>
              </a:ext>
            </a:extLst>
          </p:cNvPr>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1" name="object 21">
            <a:extLst>
              <a:ext uri="{FF2B5EF4-FFF2-40B4-BE49-F238E27FC236}">
                <a16:creationId xmlns:a16="http://schemas.microsoft.com/office/drawing/2014/main" id="{B426FF0D-5624-45B3-61E5-3E70AA98A194}"/>
              </a:ext>
            </a:extLst>
          </p:cNvPr>
          <p:cNvSpPr/>
          <p:nvPr/>
        </p:nvSpPr>
        <p:spPr>
          <a:xfrm>
            <a:off x="13680693" y="9233279"/>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575259"/>
          </a:solidFill>
        </p:spPr>
        <p:txBody>
          <a:bodyPr wrap="square" lIns="0" tIns="0" rIns="0" bIns="0" rtlCol="0"/>
          <a:lstStyle/>
          <a:p>
            <a:endParaRPr/>
          </a:p>
        </p:txBody>
      </p:sp>
      <p:sp>
        <p:nvSpPr>
          <p:cNvPr id="22" name="object 24">
            <a:extLst>
              <a:ext uri="{FF2B5EF4-FFF2-40B4-BE49-F238E27FC236}">
                <a16:creationId xmlns:a16="http://schemas.microsoft.com/office/drawing/2014/main" id="{D8FEA98A-B3B8-3904-0D69-EE8097562287}"/>
              </a:ext>
            </a:extLst>
          </p:cNvPr>
          <p:cNvSpPr/>
          <p:nvPr/>
        </p:nvSpPr>
        <p:spPr>
          <a:xfrm>
            <a:off x="14125716" y="161252"/>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
        <p:nvSpPr>
          <p:cNvPr id="23" name="object 25">
            <a:extLst>
              <a:ext uri="{FF2B5EF4-FFF2-40B4-BE49-F238E27FC236}">
                <a16:creationId xmlns:a16="http://schemas.microsoft.com/office/drawing/2014/main" id="{FED55A35-FC1E-9480-C3B0-1A3729B85B02}"/>
              </a:ext>
            </a:extLst>
          </p:cNvPr>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Tree>
    <p:extLst>
      <p:ext uri="{BB962C8B-B14F-4D97-AF65-F5344CB8AC3E}">
        <p14:creationId xmlns:p14="http://schemas.microsoft.com/office/powerpoint/2010/main" val="13220417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3DFB4-AAEC-75DD-4281-4F74D74A00F4}"/>
              </a:ext>
            </a:extLst>
          </p:cNvPr>
          <p:cNvSpPr>
            <a:spLocks noGrp="1"/>
          </p:cNvSpPr>
          <p:nvPr>
            <p:ph type="title"/>
          </p:nvPr>
        </p:nvSpPr>
        <p:spPr>
          <a:xfrm>
            <a:off x="1558925" y="2307393"/>
            <a:ext cx="13948232" cy="700192"/>
          </a:xfrm>
        </p:spPr>
        <p:txBody>
          <a:bodyPr/>
          <a:lstStyle/>
          <a:p>
            <a:r>
              <a:rPr lang="en-US" dirty="0"/>
              <a:t>Techniques Used for the Project</a:t>
            </a:r>
            <a:endParaRPr lang="en-IN" dirty="0"/>
          </a:p>
        </p:txBody>
      </p:sp>
      <p:sp>
        <p:nvSpPr>
          <p:cNvPr id="3" name="TextBox 2">
            <a:extLst>
              <a:ext uri="{FF2B5EF4-FFF2-40B4-BE49-F238E27FC236}">
                <a16:creationId xmlns:a16="http://schemas.microsoft.com/office/drawing/2014/main" id="{5509433E-9B52-879E-CCAE-9FCC2C296ED3}"/>
              </a:ext>
            </a:extLst>
          </p:cNvPr>
          <p:cNvSpPr txBox="1"/>
          <p:nvPr/>
        </p:nvSpPr>
        <p:spPr>
          <a:xfrm>
            <a:off x="1558925" y="3506093"/>
            <a:ext cx="13948232" cy="1815882"/>
          </a:xfrm>
          <a:prstGeom prst="rect">
            <a:avLst/>
          </a:prstGeom>
          <a:noFill/>
        </p:spPr>
        <p:txBody>
          <a:bodyPr wrap="square" rtlCol="0">
            <a:spAutoFit/>
          </a:bodyPr>
          <a:lstStyle/>
          <a:p>
            <a:pPr marL="342900" indent="-342900">
              <a:buFont typeface="+mj-lt"/>
              <a:buAutoNum type="arabicPeriod"/>
            </a:pPr>
            <a:r>
              <a:rPr lang="en-US" sz="2800" b="1" i="1" dirty="0">
                <a:latin typeface="Arial" panose="020B0604020202020204" pitchFamily="34" charset="0"/>
                <a:cs typeface="Arial" panose="020B0604020202020204" pitchFamily="34" charset="0"/>
              </a:rPr>
              <a:t>Decision Tree</a:t>
            </a:r>
          </a:p>
          <a:p>
            <a:pPr marL="342900" indent="-342900">
              <a:buFont typeface="+mj-lt"/>
              <a:buAutoNum type="arabicPeriod"/>
            </a:pPr>
            <a:r>
              <a:rPr lang="en-US" sz="2800" b="1" i="1" dirty="0">
                <a:latin typeface="Arial" panose="020B0604020202020204" pitchFamily="34" charset="0"/>
                <a:cs typeface="Arial" panose="020B0604020202020204" pitchFamily="34" charset="0"/>
              </a:rPr>
              <a:t>Random Forest Classification</a:t>
            </a:r>
          </a:p>
          <a:p>
            <a:pPr marL="342900" indent="-342900">
              <a:buFont typeface="+mj-lt"/>
              <a:buAutoNum type="arabicPeriod"/>
            </a:pPr>
            <a:r>
              <a:rPr lang="en-US" sz="2800" b="1" i="1" dirty="0">
                <a:latin typeface="Arial" panose="020B0604020202020204" pitchFamily="34" charset="0"/>
                <a:cs typeface="Arial" panose="020B0604020202020204" pitchFamily="34" charset="0"/>
              </a:rPr>
              <a:t>Support Vector Classifier</a:t>
            </a:r>
          </a:p>
          <a:p>
            <a:pPr marL="342900" indent="-342900">
              <a:buFont typeface="+mj-lt"/>
              <a:buAutoNum type="arabicPeriod"/>
            </a:pPr>
            <a:r>
              <a:rPr lang="en-US" sz="2800" b="1" i="1" dirty="0">
                <a:latin typeface="Arial" panose="020B0604020202020204" pitchFamily="34" charset="0"/>
                <a:cs typeface="Arial" panose="020B0604020202020204" pitchFamily="34" charset="0"/>
              </a:rPr>
              <a:t>Neural Network</a:t>
            </a:r>
            <a:endParaRPr lang="en-IN" sz="2800" b="1" i="1" dirty="0">
              <a:latin typeface="Arial" panose="020B0604020202020204" pitchFamily="34" charset="0"/>
              <a:cs typeface="Arial" panose="020B0604020202020204" pitchFamily="34" charset="0"/>
            </a:endParaRPr>
          </a:p>
        </p:txBody>
      </p:sp>
      <p:grpSp>
        <p:nvGrpSpPr>
          <p:cNvPr id="4" name="object 5">
            <a:extLst>
              <a:ext uri="{FF2B5EF4-FFF2-40B4-BE49-F238E27FC236}">
                <a16:creationId xmlns:a16="http://schemas.microsoft.com/office/drawing/2014/main" id="{B0716D2B-7EA3-ABEA-E08E-FB73A8C3E7AD}"/>
              </a:ext>
            </a:extLst>
          </p:cNvPr>
          <p:cNvGrpSpPr/>
          <p:nvPr/>
        </p:nvGrpSpPr>
        <p:grpSpPr>
          <a:xfrm>
            <a:off x="1169279" y="9591838"/>
            <a:ext cx="1590040" cy="394970"/>
            <a:chOff x="1169279" y="9591838"/>
            <a:chExt cx="1590040" cy="394970"/>
          </a:xfrm>
        </p:grpSpPr>
        <p:sp>
          <p:nvSpPr>
            <p:cNvPr id="5" name="object 6">
              <a:extLst>
                <a:ext uri="{FF2B5EF4-FFF2-40B4-BE49-F238E27FC236}">
                  <a16:creationId xmlns:a16="http://schemas.microsoft.com/office/drawing/2014/main" id="{32D0F804-3511-F815-165F-D23EB121D193}"/>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6" name="object 7">
              <a:extLst>
                <a:ext uri="{FF2B5EF4-FFF2-40B4-BE49-F238E27FC236}">
                  <a16:creationId xmlns:a16="http://schemas.microsoft.com/office/drawing/2014/main" id="{DA681396-5B53-BEC5-BF64-2358F47170EE}"/>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7" name="object 8">
              <a:extLst>
                <a:ext uri="{FF2B5EF4-FFF2-40B4-BE49-F238E27FC236}">
                  <a16:creationId xmlns:a16="http://schemas.microsoft.com/office/drawing/2014/main" id="{0F28DE88-5B2B-D7DC-95FB-8EF244E355E7}"/>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8" name="object 9">
              <a:extLst>
                <a:ext uri="{FF2B5EF4-FFF2-40B4-BE49-F238E27FC236}">
                  <a16:creationId xmlns:a16="http://schemas.microsoft.com/office/drawing/2014/main" id="{DA17EBF0-06A1-6C64-9A8C-1A0CCCC2E72A}"/>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9" name="object 10">
              <a:extLst>
                <a:ext uri="{FF2B5EF4-FFF2-40B4-BE49-F238E27FC236}">
                  <a16:creationId xmlns:a16="http://schemas.microsoft.com/office/drawing/2014/main" id="{4EA821FA-74AB-740A-CFC5-ED047C2C1C53}"/>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0" name="object 11">
              <a:extLst>
                <a:ext uri="{FF2B5EF4-FFF2-40B4-BE49-F238E27FC236}">
                  <a16:creationId xmlns:a16="http://schemas.microsoft.com/office/drawing/2014/main" id="{615B2F32-C149-033A-D1C4-C84F738E152B}"/>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1" name="object 12">
              <a:extLst>
                <a:ext uri="{FF2B5EF4-FFF2-40B4-BE49-F238E27FC236}">
                  <a16:creationId xmlns:a16="http://schemas.microsoft.com/office/drawing/2014/main" id="{065322E7-4D1B-AAB2-4AB2-3C8CF9945213}"/>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2" name="object 13">
              <a:extLst>
                <a:ext uri="{FF2B5EF4-FFF2-40B4-BE49-F238E27FC236}">
                  <a16:creationId xmlns:a16="http://schemas.microsoft.com/office/drawing/2014/main" id="{9F515FD2-F9C0-5D50-198C-AA72641EC2B1}"/>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3" name="object 14">
              <a:extLst>
                <a:ext uri="{FF2B5EF4-FFF2-40B4-BE49-F238E27FC236}">
                  <a16:creationId xmlns:a16="http://schemas.microsoft.com/office/drawing/2014/main" id="{2377E05B-2A09-D01D-F7DA-7F8BA61622AF}"/>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4" name="object 15">
              <a:extLst>
                <a:ext uri="{FF2B5EF4-FFF2-40B4-BE49-F238E27FC236}">
                  <a16:creationId xmlns:a16="http://schemas.microsoft.com/office/drawing/2014/main" id="{FB15DBA2-2AEB-D574-AEF0-CFBA34784F95}"/>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5" name="object 16">
              <a:extLst>
                <a:ext uri="{FF2B5EF4-FFF2-40B4-BE49-F238E27FC236}">
                  <a16:creationId xmlns:a16="http://schemas.microsoft.com/office/drawing/2014/main" id="{7296B218-89AC-F682-3CE1-46E93D8A58BA}"/>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6" name="object 17">
              <a:extLst>
                <a:ext uri="{FF2B5EF4-FFF2-40B4-BE49-F238E27FC236}">
                  <a16:creationId xmlns:a16="http://schemas.microsoft.com/office/drawing/2014/main" id="{DFD8E67A-20FB-A78C-523F-E2BF20A12B98}"/>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7" name="object 18">
              <a:extLst>
                <a:ext uri="{FF2B5EF4-FFF2-40B4-BE49-F238E27FC236}">
                  <a16:creationId xmlns:a16="http://schemas.microsoft.com/office/drawing/2014/main" id="{EB8A6F3C-DF10-D3D0-5F39-C26E6619301E}"/>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8" name="object 19">
              <a:extLst>
                <a:ext uri="{FF2B5EF4-FFF2-40B4-BE49-F238E27FC236}">
                  <a16:creationId xmlns:a16="http://schemas.microsoft.com/office/drawing/2014/main" id="{91626259-7F0D-AE11-377F-82B9F401D956}"/>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19" name="object 23">
            <a:extLst>
              <a:ext uri="{FF2B5EF4-FFF2-40B4-BE49-F238E27FC236}">
                <a16:creationId xmlns:a16="http://schemas.microsoft.com/office/drawing/2014/main" id="{1B1373B4-C7BC-08A5-293B-FA2BCE5AE3B5}"/>
              </a:ext>
            </a:extLst>
          </p:cNvPr>
          <p:cNvSpPr/>
          <p:nvPr/>
        </p:nvSpPr>
        <p:spPr>
          <a:xfrm>
            <a:off x="16167797"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Tree>
    <p:extLst>
      <p:ext uri="{BB962C8B-B14F-4D97-AF65-F5344CB8AC3E}">
        <p14:creationId xmlns:p14="http://schemas.microsoft.com/office/powerpoint/2010/main" val="150529212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C045F-8C72-6F36-B80B-7A68B1BCB99C}"/>
              </a:ext>
            </a:extLst>
          </p:cNvPr>
          <p:cNvSpPr>
            <a:spLocks noGrp="1"/>
          </p:cNvSpPr>
          <p:nvPr>
            <p:ph type="title"/>
          </p:nvPr>
        </p:nvSpPr>
        <p:spPr>
          <a:xfrm>
            <a:off x="1558925" y="2307392"/>
            <a:ext cx="4619625" cy="700192"/>
          </a:xfrm>
        </p:spPr>
        <p:txBody>
          <a:bodyPr/>
          <a:lstStyle/>
          <a:p>
            <a:r>
              <a:rPr lang="en-US" dirty="0"/>
              <a:t>Decision Tree</a:t>
            </a:r>
            <a:endParaRPr lang="en-IN" dirty="0"/>
          </a:p>
        </p:txBody>
      </p:sp>
      <p:pic>
        <p:nvPicPr>
          <p:cNvPr id="3074" name="Picture 2">
            <a:extLst>
              <a:ext uri="{FF2B5EF4-FFF2-40B4-BE49-F238E27FC236}">
                <a16:creationId xmlns:a16="http://schemas.microsoft.com/office/drawing/2014/main" id="{CE89E091-A7BF-8AEB-7375-0771897B1C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2550" y="2307392"/>
            <a:ext cx="8543925" cy="42991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D0C99EA-5C18-04EA-20CF-98225666B655}"/>
              </a:ext>
            </a:extLst>
          </p:cNvPr>
          <p:cNvSpPr txBox="1"/>
          <p:nvPr/>
        </p:nvSpPr>
        <p:spPr>
          <a:xfrm>
            <a:off x="311150" y="3244850"/>
            <a:ext cx="6934200" cy="1200329"/>
          </a:xfrm>
          <a:prstGeom prst="rect">
            <a:avLst/>
          </a:prstGeom>
          <a:noFill/>
        </p:spPr>
        <p:txBody>
          <a:bodyPr wrap="square" rtlCol="0">
            <a:spAutoFit/>
          </a:bodyPr>
          <a:lstStyle/>
          <a:p>
            <a:r>
              <a:rPr lang="en-US" b="1" dirty="0"/>
              <a:t>This Model yielded 94.73% Accuracy for the prediction after taking the training size to 80% of the Data. </a:t>
            </a:r>
          </a:p>
          <a:p>
            <a:r>
              <a:rPr lang="en-US" b="1" dirty="0"/>
              <a:t>This Model had 6 cases where the data was predicted to be wrong from which there are 5 False negative cases.</a:t>
            </a:r>
          </a:p>
        </p:txBody>
      </p:sp>
      <p:pic>
        <p:nvPicPr>
          <p:cNvPr id="9" name="Picture 8">
            <a:extLst>
              <a:ext uri="{FF2B5EF4-FFF2-40B4-BE49-F238E27FC236}">
                <a16:creationId xmlns:a16="http://schemas.microsoft.com/office/drawing/2014/main" id="{7020A235-D379-3582-CFB9-0A95383F6157}"/>
              </a:ext>
            </a:extLst>
          </p:cNvPr>
          <p:cNvPicPr>
            <a:picLocks noChangeAspect="1"/>
          </p:cNvPicPr>
          <p:nvPr/>
        </p:nvPicPr>
        <p:blipFill>
          <a:blip r:embed="rId3"/>
          <a:stretch>
            <a:fillRect/>
          </a:stretch>
        </p:blipFill>
        <p:spPr>
          <a:xfrm>
            <a:off x="1416050" y="4445179"/>
            <a:ext cx="4724400" cy="3807881"/>
          </a:xfrm>
          <a:prstGeom prst="rect">
            <a:avLst/>
          </a:prstGeom>
        </p:spPr>
      </p:pic>
      <p:grpSp>
        <p:nvGrpSpPr>
          <p:cNvPr id="3" name="object 5">
            <a:extLst>
              <a:ext uri="{FF2B5EF4-FFF2-40B4-BE49-F238E27FC236}">
                <a16:creationId xmlns:a16="http://schemas.microsoft.com/office/drawing/2014/main" id="{1DD65923-0386-A722-A203-0344BFB04B13}"/>
              </a:ext>
            </a:extLst>
          </p:cNvPr>
          <p:cNvGrpSpPr/>
          <p:nvPr/>
        </p:nvGrpSpPr>
        <p:grpSpPr>
          <a:xfrm>
            <a:off x="1169279" y="9591838"/>
            <a:ext cx="1590040" cy="394970"/>
            <a:chOff x="1169279" y="9591838"/>
            <a:chExt cx="1590040" cy="394970"/>
          </a:xfrm>
        </p:grpSpPr>
        <p:sp>
          <p:nvSpPr>
            <p:cNvPr id="5" name="object 6">
              <a:extLst>
                <a:ext uri="{FF2B5EF4-FFF2-40B4-BE49-F238E27FC236}">
                  <a16:creationId xmlns:a16="http://schemas.microsoft.com/office/drawing/2014/main" id="{28FF50E3-5641-92F1-191F-22DB47F4EA63}"/>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6" name="object 7">
              <a:extLst>
                <a:ext uri="{FF2B5EF4-FFF2-40B4-BE49-F238E27FC236}">
                  <a16:creationId xmlns:a16="http://schemas.microsoft.com/office/drawing/2014/main" id="{486727E8-08A4-4D32-93BA-A24BE496828C}"/>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7" name="object 8">
              <a:extLst>
                <a:ext uri="{FF2B5EF4-FFF2-40B4-BE49-F238E27FC236}">
                  <a16:creationId xmlns:a16="http://schemas.microsoft.com/office/drawing/2014/main" id="{1D3B87E5-C0F8-02AB-B359-EAB9D534E23F}"/>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8" name="object 9">
              <a:extLst>
                <a:ext uri="{FF2B5EF4-FFF2-40B4-BE49-F238E27FC236}">
                  <a16:creationId xmlns:a16="http://schemas.microsoft.com/office/drawing/2014/main" id="{95652A8D-461A-F800-85F3-CE5F0E6FC5AF}"/>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0" name="object 10">
              <a:extLst>
                <a:ext uri="{FF2B5EF4-FFF2-40B4-BE49-F238E27FC236}">
                  <a16:creationId xmlns:a16="http://schemas.microsoft.com/office/drawing/2014/main" id="{A3F8A289-4FF2-A2E5-96D9-9E2D289C557D}"/>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1" name="object 11">
              <a:extLst>
                <a:ext uri="{FF2B5EF4-FFF2-40B4-BE49-F238E27FC236}">
                  <a16:creationId xmlns:a16="http://schemas.microsoft.com/office/drawing/2014/main" id="{18933FC7-A67E-F9B6-194C-105BE2771527}"/>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2" name="object 12">
              <a:extLst>
                <a:ext uri="{FF2B5EF4-FFF2-40B4-BE49-F238E27FC236}">
                  <a16:creationId xmlns:a16="http://schemas.microsoft.com/office/drawing/2014/main" id="{60530910-B141-44EC-C8AF-65865CCB91EA}"/>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3" name="object 13">
              <a:extLst>
                <a:ext uri="{FF2B5EF4-FFF2-40B4-BE49-F238E27FC236}">
                  <a16:creationId xmlns:a16="http://schemas.microsoft.com/office/drawing/2014/main" id="{1D9A206D-04FD-43F1-9976-D074ECF593C8}"/>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4" name="object 14">
              <a:extLst>
                <a:ext uri="{FF2B5EF4-FFF2-40B4-BE49-F238E27FC236}">
                  <a16:creationId xmlns:a16="http://schemas.microsoft.com/office/drawing/2014/main" id="{D4C12D38-10C7-CD39-52B2-C4D1A2C63524}"/>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5" name="object 15">
              <a:extLst>
                <a:ext uri="{FF2B5EF4-FFF2-40B4-BE49-F238E27FC236}">
                  <a16:creationId xmlns:a16="http://schemas.microsoft.com/office/drawing/2014/main" id="{A5C874D9-BD3B-310F-C6C1-0D4E925E6555}"/>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6" name="object 16">
              <a:extLst>
                <a:ext uri="{FF2B5EF4-FFF2-40B4-BE49-F238E27FC236}">
                  <a16:creationId xmlns:a16="http://schemas.microsoft.com/office/drawing/2014/main" id="{D3E6F15A-8E30-D217-6062-C603BA9B9780}"/>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7" name="object 17">
              <a:extLst>
                <a:ext uri="{FF2B5EF4-FFF2-40B4-BE49-F238E27FC236}">
                  <a16:creationId xmlns:a16="http://schemas.microsoft.com/office/drawing/2014/main" id="{E0A7B1E6-F401-0D36-8CE3-E32ECBF936E0}"/>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8" name="object 18">
              <a:extLst>
                <a:ext uri="{FF2B5EF4-FFF2-40B4-BE49-F238E27FC236}">
                  <a16:creationId xmlns:a16="http://schemas.microsoft.com/office/drawing/2014/main" id="{B2940C3C-64A1-6319-ABF4-243FD5AD6BCA}"/>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9" name="object 19">
              <a:extLst>
                <a:ext uri="{FF2B5EF4-FFF2-40B4-BE49-F238E27FC236}">
                  <a16:creationId xmlns:a16="http://schemas.microsoft.com/office/drawing/2014/main" id="{BBECCB4A-769D-DC19-4ED8-3EC49B6805EE}"/>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20" name="object 23">
            <a:extLst>
              <a:ext uri="{FF2B5EF4-FFF2-40B4-BE49-F238E27FC236}">
                <a16:creationId xmlns:a16="http://schemas.microsoft.com/office/drawing/2014/main" id="{E9B2AB68-C62F-2D91-B2B3-B381AA2FB5CA}"/>
              </a:ext>
            </a:extLst>
          </p:cNvPr>
          <p:cNvSpPr/>
          <p:nvPr/>
        </p:nvSpPr>
        <p:spPr>
          <a:xfrm>
            <a:off x="16167797"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
        <p:nvSpPr>
          <p:cNvPr id="21" name="object 20">
            <a:extLst>
              <a:ext uri="{FF2B5EF4-FFF2-40B4-BE49-F238E27FC236}">
                <a16:creationId xmlns:a16="http://schemas.microsoft.com/office/drawing/2014/main" id="{9A083CFE-7B00-D396-B53D-FFB9F3E02D49}"/>
              </a:ext>
            </a:extLst>
          </p:cNvPr>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2" name="object 21">
            <a:extLst>
              <a:ext uri="{FF2B5EF4-FFF2-40B4-BE49-F238E27FC236}">
                <a16:creationId xmlns:a16="http://schemas.microsoft.com/office/drawing/2014/main" id="{7B336AA3-50D8-59D8-FB50-ACAB23070454}"/>
              </a:ext>
            </a:extLst>
          </p:cNvPr>
          <p:cNvSpPr/>
          <p:nvPr/>
        </p:nvSpPr>
        <p:spPr>
          <a:xfrm>
            <a:off x="13680693" y="9233279"/>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575259"/>
          </a:solidFill>
        </p:spPr>
        <p:txBody>
          <a:bodyPr wrap="square" lIns="0" tIns="0" rIns="0" bIns="0" rtlCol="0"/>
          <a:lstStyle/>
          <a:p>
            <a:endParaRPr/>
          </a:p>
        </p:txBody>
      </p:sp>
      <p:sp>
        <p:nvSpPr>
          <p:cNvPr id="23" name="object 24">
            <a:extLst>
              <a:ext uri="{FF2B5EF4-FFF2-40B4-BE49-F238E27FC236}">
                <a16:creationId xmlns:a16="http://schemas.microsoft.com/office/drawing/2014/main" id="{07C10A41-CFAE-9759-E094-D046FED45EFE}"/>
              </a:ext>
            </a:extLst>
          </p:cNvPr>
          <p:cNvSpPr/>
          <p:nvPr/>
        </p:nvSpPr>
        <p:spPr>
          <a:xfrm>
            <a:off x="14125716" y="161252"/>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
        <p:nvSpPr>
          <p:cNvPr id="24" name="object 25">
            <a:extLst>
              <a:ext uri="{FF2B5EF4-FFF2-40B4-BE49-F238E27FC236}">
                <a16:creationId xmlns:a16="http://schemas.microsoft.com/office/drawing/2014/main" id="{B2F81EC0-41CA-8E7D-5CF8-0B68463D8670}"/>
              </a:ext>
            </a:extLst>
          </p:cNvPr>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Tree>
    <p:extLst>
      <p:ext uri="{BB962C8B-B14F-4D97-AF65-F5344CB8AC3E}">
        <p14:creationId xmlns:p14="http://schemas.microsoft.com/office/powerpoint/2010/main" val="215481217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F7F34-FAF3-F02F-D275-0BF4C8499B3A}"/>
              </a:ext>
            </a:extLst>
          </p:cNvPr>
          <p:cNvSpPr>
            <a:spLocks noGrp="1"/>
          </p:cNvSpPr>
          <p:nvPr>
            <p:ph type="title"/>
          </p:nvPr>
        </p:nvSpPr>
        <p:spPr>
          <a:xfrm>
            <a:off x="1515654" y="2104077"/>
            <a:ext cx="5534025" cy="1547057"/>
          </a:xfrm>
        </p:spPr>
        <p:txBody>
          <a:bodyPr/>
          <a:lstStyle/>
          <a:p>
            <a:r>
              <a:rPr lang="en-US" dirty="0"/>
              <a:t>Random Forest Classifier</a:t>
            </a:r>
            <a:endParaRPr lang="en-IN" dirty="0"/>
          </a:p>
        </p:txBody>
      </p:sp>
      <p:pic>
        <p:nvPicPr>
          <p:cNvPr id="4100" name="Picture 4">
            <a:extLst>
              <a:ext uri="{FF2B5EF4-FFF2-40B4-BE49-F238E27FC236}">
                <a16:creationId xmlns:a16="http://schemas.microsoft.com/office/drawing/2014/main" id="{7C25EBDE-D968-FC9E-881D-AF019B3F0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3950" y="2284741"/>
            <a:ext cx="8915400" cy="56083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43233A-B59C-F21D-A55A-D6C4B6B0ED6F}"/>
              </a:ext>
            </a:extLst>
          </p:cNvPr>
          <p:cNvSpPr txBox="1"/>
          <p:nvPr/>
        </p:nvSpPr>
        <p:spPr>
          <a:xfrm>
            <a:off x="615950" y="3572755"/>
            <a:ext cx="7086600" cy="1200329"/>
          </a:xfrm>
          <a:prstGeom prst="rect">
            <a:avLst/>
          </a:prstGeom>
          <a:noFill/>
        </p:spPr>
        <p:txBody>
          <a:bodyPr wrap="square" rtlCol="0">
            <a:spAutoFit/>
          </a:bodyPr>
          <a:lstStyle/>
          <a:p>
            <a:r>
              <a:rPr lang="en-US" b="1" dirty="0">
                <a:latin typeface="Aptos Narrow" panose="020B0004020202020204" pitchFamily="34" charset="0"/>
              </a:rPr>
              <a:t>This model is the better version of the decision tree while doing large and complex databases, and this model yielded 97.36% of accuracy.</a:t>
            </a:r>
          </a:p>
          <a:p>
            <a:r>
              <a:rPr lang="en-US" b="1" dirty="0">
                <a:latin typeface="Aptos Narrow" panose="020B0004020202020204" pitchFamily="34" charset="0"/>
              </a:rPr>
              <a:t>This model had 3 cases where the data was predicted to be wrong from which there are 2 false negative cases</a:t>
            </a:r>
            <a:endParaRPr lang="en-IN" b="1" dirty="0">
              <a:latin typeface="Aptos Narrow" panose="020B0004020202020204" pitchFamily="34" charset="0"/>
            </a:endParaRPr>
          </a:p>
        </p:txBody>
      </p:sp>
      <p:pic>
        <p:nvPicPr>
          <p:cNvPr id="4102" name="Picture 6">
            <a:extLst>
              <a:ext uri="{FF2B5EF4-FFF2-40B4-BE49-F238E27FC236}">
                <a16:creationId xmlns:a16="http://schemas.microsoft.com/office/drawing/2014/main" id="{9E417025-22BD-26A9-6D10-859386118C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9551" y="4939148"/>
            <a:ext cx="3886200" cy="3112374"/>
          </a:xfrm>
          <a:prstGeom prst="rect">
            <a:avLst/>
          </a:prstGeom>
          <a:noFill/>
          <a:extLst>
            <a:ext uri="{909E8E84-426E-40DD-AFC4-6F175D3DCCD1}">
              <a14:hiddenFill xmlns:a14="http://schemas.microsoft.com/office/drawing/2010/main">
                <a:solidFill>
                  <a:srgbClr val="FFFFFF"/>
                </a:solidFill>
              </a14:hiddenFill>
            </a:ext>
          </a:extLst>
        </p:spPr>
      </p:pic>
      <p:grpSp>
        <p:nvGrpSpPr>
          <p:cNvPr id="3" name="object 5">
            <a:extLst>
              <a:ext uri="{FF2B5EF4-FFF2-40B4-BE49-F238E27FC236}">
                <a16:creationId xmlns:a16="http://schemas.microsoft.com/office/drawing/2014/main" id="{361A4743-A8A0-B67A-FEAA-1E6C3C1FCA1A}"/>
              </a:ext>
            </a:extLst>
          </p:cNvPr>
          <p:cNvGrpSpPr/>
          <p:nvPr/>
        </p:nvGrpSpPr>
        <p:grpSpPr>
          <a:xfrm>
            <a:off x="1169279" y="9591838"/>
            <a:ext cx="1590040" cy="394970"/>
            <a:chOff x="1169279" y="9591838"/>
            <a:chExt cx="1590040" cy="394970"/>
          </a:xfrm>
        </p:grpSpPr>
        <p:sp>
          <p:nvSpPr>
            <p:cNvPr id="5" name="object 6">
              <a:extLst>
                <a:ext uri="{FF2B5EF4-FFF2-40B4-BE49-F238E27FC236}">
                  <a16:creationId xmlns:a16="http://schemas.microsoft.com/office/drawing/2014/main" id="{90FBA985-2382-D502-AE66-23C0AD7BCCDC}"/>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6" name="object 7">
              <a:extLst>
                <a:ext uri="{FF2B5EF4-FFF2-40B4-BE49-F238E27FC236}">
                  <a16:creationId xmlns:a16="http://schemas.microsoft.com/office/drawing/2014/main" id="{02A20251-7DB1-C832-412C-F8FB82C58D1A}"/>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7" name="object 8">
              <a:extLst>
                <a:ext uri="{FF2B5EF4-FFF2-40B4-BE49-F238E27FC236}">
                  <a16:creationId xmlns:a16="http://schemas.microsoft.com/office/drawing/2014/main" id="{36486123-30E3-BA38-B59F-7528E66B4791}"/>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8" name="object 9">
              <a:extLst>
                <a:ext uri="{FF2B5EF4-FFF2-40B4-BE49-F238E27FC236}">
                  <a16:creationId xmlns:a16="http://schemas.microsoft.com/office/drawing/2014/main" id="{B5B6E74A-5D50-1E26-68D3-996CFBA8D513}"/>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9" name="object 10">
              <a:extLst>
                <a:ext uri="{FF2B5EF4-FFF2-40B4-BE49-F238E27FC236}">
                  <a16:creationId xmlns:a16="http://schemas.microsoft.com/office/drawing/2014/main" id="{DCDB1438-3C3C-CD9E-5117-1409BF47C70C}"/>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0" name="object 11">
              <a:extLst>
                <a:ext uri="{FF2B5EF4-FFF2-40B4-BE49-F238E27FC236}">
                  <a16:creationId xmlns:a16="http://schemas.microsoft.com/office/drawing/2014/main" id="{AFFC0162-439A-2FDF-F043-2E08A6DCB924}"/>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1" name="object 12">
              <a:extLst>
                <a:ext uri="{FF2B5EF4-FFF2-40B4-BE49-F238E27FC236}">
                  <a16:creationId xmlns:a16="http://schemas.microsoft.com/office/drawing/2014/main" id="{93368C1F-5DAF-41D9-92AE-F32B8015B326}"/>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2" name="object 13">
              <a:extLst>
                <a:ext uri="{FF2B5EF4-FFF2-40B4-BE49-F238E27FC236}">
                  <a16:creationId xmlns:a16="http://schemas.microsoft.com/office/drawing/2014/main" id="{35E53B0C-BE3B-0104-D7A5-0902BD6EC0F5}"/>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3" name="object 14">
              <a:extLst>
                <a:ext uri="{FF2B5EF4-FFF2-40B4-BE49-F238E27FC236}">
                  <a16:creationId xmlns:a16="http://schemas.microsoft.com/office/drawing/2014/main" id="{544A7390-A994-F7A0-E060-3AAED194016F}"/>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4" name="object 15">
              <a:extLst>
                <a:ext uri="{FF2B5EF4-FFF2-40B4-BE49-F238E27FC236}">
                  <a16:creationId xmlns:a16="http://schemas.microsoft.com/office/drawing/2014/main" id="{8E4210E8-6C9B-AA1E-D884-A1311D3D8E11}"/>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5" name="object 16">
              <a:extLst>
                <a:ext uri="{FF2B5EF4-FFF2-40B4-BE49-F238E27FC236}">
                  <a16:creationId xmlns:a16="http://schemas.microsoft.com/office/drawing/2014/main" id="{8B7D2355-B5B4-DFE8-F20D-B70C985EEE57}"/>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6" name="object 17">
              <a:extLst>
                <a:ext uri="{FF2B5EF4-FFF2-40B4-BE49-F238E27FC236}">
                  <a16:creationId xmlns:a16="http://schemas.microsoft.com/office/drawing/2014/main" id="{74AD1480-61D7-FF3B-93FF-1DF28B6763D8}"/>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7" name="object 18">
              <a:extLst>
                <a:ext uri="{FF2B5EF4-FFF2-40B4-BE49-F238E27FC236}">
                  <a16:creationId xmlns:a16="http://schemas.microsoft.com/office/drawing/2014/main" id="{9A49490C-BE34-A913-FE1D-DEF427A5A96B}"/>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8" name="object 19">
              <a:extLst>
                <a:ext uri="{FF2B5EF4-FFF2-40B4-BE49-F238E27FC236}">
                  <a16:creationId xmlns:a16="http://schemas.microsoft.com/office/drawing/2014/main" id="{71B11E9A-1E13-A5A3-D92B-40AE125BFD5B}"/>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19" name="object 23">
            <a:extLst>
              <a:ext uri="{FF2B5EF4-FFF2-40B4-BE49-F238E27FC236}">
                <a16:creationId xmlns:a16="http://schemas.microsoft.com/office/drawing/2014/main" id="{3A0C49EC-5769-679C-B28A-D7A2C040F95D}"/>
              </a:ext>
            </a:extLst>
          </p:cNvPr>
          <p:cNvSpPr/>
          <p:nvPr/>
        </p:nvSpPr>
        <p:spPr>
          <a:xfrm>
            <a:off x="16167797"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Tree>
    <p:extLst>
      <p:ext uri="{BB962C8B-B14F-4D97-AF65-F5344CB8AC3E}">
        <p14:creationId xmlns:p14="http://schemas.microsoft.com/office/powerpoint/2010/main" val="306006282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5668C-5B3D-2A62-431C-1FFFD585E0AC}"/>
              </a:ext>
            </a:extLst>
          </p:cNvPr>
          <p:cNvSpPr>
            <a:spLocks noGrp="1"/>
          </p:cNvSpPr>
          <p:nvPr>
            <p:ph type="title"/>
          </p:nvPr>
        </p:nvSpPr>
        <p:spPr>
          <a:xfrm>
            <a:off x="1558925" y="2307393"/>
            <a:ext cx="13948232" cy="700192"/>
          </a:xfrm>
        </p:spPr>
        <p:txBody>
          <a:bodyPr/>
          <a:lstStyle/>
          <a:p>
            <a:r>
              <a:rPr lang="en-US" dirty="0"/>
              <a:t>Support Vector Classifier</a:t>
            </a:r>
            <a:endParaRPr lang="en-IN" dirty="0"/>
          </a:p>
        </p:txBody>
      </p:sp>
      <p:sp>
        <p:nvSpPr>
          <p:cNvPr id="3" name="TextBox 2">
            <a:extLst>
              <a:ext uri="{FF2B5EF4-FFF2-40B4-BE49-F238E27FC236}">
                <a16:creationId xmlns:a16="http://schemas.microsoft.com/office/drawing/2014/main" id="{493CB795-3E1D-5C66-5604-5697C8E76D88}"/>
              </a:ext>
            </a:extLst>
          </p:cNvPr>
          <p:cNvSpPr txBox="1"/>
          <p:nvPr/>
        </p:nvSpPr>
        <p:spPr>
          <a:xfrm>
            <a:off x="1073150" y="3473450"/>
            <a:ext cx="7772400" cy="1200329"/>
          </a:xfrm>
          <a:prstGeom prst="rect">
            <a:avLst/>
          </a:prstGeom>
          <a:noFill/>
        </p:spPr>
        <p:txBody>
          <a:bodyPr wrap="square" rtlCol="0">
            <a:spAutoFit/>
          </a:bodyPr>
          <a:lstStyle/>
          <a:p>
            <a:r>
              <a:rPr lang="en-US" b="1" dirty="0"/>
              <a:t>This Model yielded 95.61% of the accuracy, which makes it a better model than the decision tree model.</a:t>
            </a:r>
          </a:p>
          <a:p>
            <a:r>
              <a:rPr lang="en-US" b="1" dirty="0"/>
              <a:t>This model had 5 cases of wrong predictions from there were 4 false negative cases.</a:t>
            </a:r>
            <a:endParaRPr lang="en-IN" b="1" dirty="0"/>
          </a:p>
        </p:txBody>
      </p:sp>
      <p:pic>
        <p:nvPicPr>
          <p:cNvPr id="5122" name="Picture 2">
            <a:extLst>
              <a:ext uri="{FF2B5EF4-FFF2-40B4-BE49-F238E27FC236}">
                <a16:creationId xmlns:a16="http://schemas.microsoft.com/office/drawing/2014/main" id="{402E5977-6120-25A5-BB1C-6168EE49A1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5152" y="3007585"/>
            <a:ext cx="6505575" cy="521017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object 5">
            <a:extLst>
              <a:ext uri="{FF2B5EF4-FFF2-40B4-BE49-F238E27FC236}">
                <a16:creationId xmlns:a16="http://schemas.microsoft.com/office/drawing/2014/main" id="{53A0BE06-963B-568E-98C1-F31585EE5738}"/>
              </a:ext>
            </a:extLst>
          </p:cNvPr>
          <p:cNvGrpSpPr/>
          <p:nvPr/>
        </p:nvGrpSpPr>
        <p:grpSpPr>
          <a:xfrm>
            <a:off x="1169279" y="9591838"/>
            <a:ext cx="1590040" cy="394970"/>
            <a:chOff x="1169279" y="9591838"/>
            <a:chExt cx="1590040" cy="394970"/>
          </a:xfrm>
        </p:grpSpPr>
        <p:sp>
          <p:nvSpPr>
            <p:cNvPr id="5" name="object 6">
              <a:extLst>
                <a:ext uri="{FF2B5EF4-FFF2-40B4-BE49-F238E27FC236}">
                  <a16:creationId xmlns:a16="http://schemas.microsoft.com/office/drawing/2014/main" id="{A03E35B0-7F5E-8C0E-9326-F45047BE2A84}"/>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6" name="object 7">
              <a:extLst>
                <a:ext uri="{FF2B5EF4-FFF2-40B4-BE49-F238E27FC236}">
                  <a16:creationId xmlns:a16="http://schemas.microsoft.com/office/drawing/2014/main" id="{43610FB8-F4C7-2990-777B-D061C3DEB3CE}"/>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7" name="object 8">
              <a:extLst>
                <a:ext uri="{FF2B5EF4-FFF2-40B4-BE49-F238E27FC236}">
                  <a16:creationId xmlns:a16="http://schemas.microsoft.com/office/drawing/2014/main" id="{C3E576A1-03B1-1A71-46B1-44DC5139FA88}"/>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8" name="object 9">
              <a:extLst>
                <a:ext uri="{FF2B5EF4-FFF2-40B4-BE49-F238E27FC236}">
                  <a16:creationId xmlns:a16="http://schemas.microsoft.com/office/drawing/2014/main" id="{DDFD759E-E270-FA0E-063E-A752C3D207B2}"/>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9" name="object 10">
              <a:extLst>
                <a:ext uri="{FF2B5EF4-FFF2-40B4-BE49-F238E27FC236}">
                  <a16:creationId xmlns:a16="http://schemas.microsoft.com/office/drawing/2014/main" id="{E9D6BA88-6360-C9F4-8E33-939B445CF4A0}"/>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0" name="object 11">
              <a:extLst>
                <a:ext uri="{FF2B5EF4-FFF2-40B4-BE49-F238E27FC236}">
                  <a16:creationId xmlns:a16="http://schemas.microsoft.com/office/drawing/2014/main" id="{61AB3CC4-FFBB-A359-5850-B9262ED4F499}"/>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1" name="object 12">
              <a:extLst>
                <a:ext uri="{FF2B5EF4-FFF2-40B4-BE49-F238E27FC236}">
                  <a16:creationId xmlns:a16="http://schemas.microsoft.com/office/drawing/2014/main" id="{81E863CE-E94C-887B-9A98-25012782AE80}"/>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2" name="object 13">
              <a:extLst>
                <a:ext uri="{FF2B5EF4-FFF2-40B4-BE49-F238E27FC236}">
                  <a16:creationId xmlns:a16="http://schemas.microsoft.com/office/drawing/2014/main" id="{E43A91D1-0876-98B5-CC55-1B264EEFA129}"/>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3" name="object 14">
              <a:extLst>
                <a:ext uri="{FF2B5EF4-FFF2-40B4-BE49-F238E27FC236}">
                  <a16:creationId xmlns:a16="http://schemas.microsoft.com/office/drawing/2014/main" id="{218A5982-5E57-3F00-9EFE-42438E8DA2FD}"/>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4" name="object 15">
              <a:extLst>
                <a:ext uri="{FF2B5EF4-FFF2-40B4-BE49-F238E27FC236}">
                  <a16:creationId xmlns:a16="http://schemas.microsoft.com/office/drawing/2014/main" id="{7FECA364-C114-CC68-DFC3-A7038254CC8B}"/>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5" name="object 16">
              <a:extLst>
                <a:ext uri="{FF2B5EF4-FFF2-40B4-BE49-F238E27FC236}">
                  <a16:creationId xmlns:a16="http://schemas.microsoft.com/office/drawing/2014/main" id="{FC3AD8CC-D6CC-B9D1-DEE5-19A708D7F51A}"/>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6" name="object 17">
              <a:extLst>
                <a:ext uri="{FF2B5EF4-FFF2-40B4-BE49-F238E27FC236}">
                  <a16:creationId xmlns:a16="http://schemas.microsoft.com/office/drawing/2014/main" id="{3A6A7310-CDC3-B832-389B-D071D0F2E4DA}"/>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7" name="object 18">
              <a:extLst>
                <a:ext uri="{FF2B5EF4-FFF2-40B4-BE49-F238E27FC236}">
                  <a16:creationId xmlns:a16="http://schemas.microsoft.com/office/drawing/2014/main" id="{26D15AB9-E5FD-C1C7-0E72-6192B4F8C6FA}"/>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8" name="object 19">
              <a:extLst>
                <a:ext uri="{FF2B5EF4-FFF2-40B4-BE49-F238E27FC236}">
                  <a16:creationId xmlns:a16="http://schemas.microsoft.com/office/drawing/2014/main" id="{42D3003D-11EB-29FA-8CBB-5F7972F2EDE5}"/>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19" name="object 23">
            <a:extLst>
              <a:ext uri="{FF2B5EF4-FFF2-40B4-BE49-F238E27FC236}">
                <a16:creationId xmlns:a16="http://schemas.microsoft.com/office/drawing/2014/main" id="{8CBAD8A7-81F9-2528-8D97-9BF41928678C}"/>
              </a:ext>
            </a:extLst>
          </p:cNvPr>
          <p:cNvSpPr/>
          <p:nvPr/>
        </p:nvSpPr>
        <p:spPr>
          <a:xfrm>
            <a:off x="16167797"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
        <p:nvSpPr>
          <p:cNvPr id="20" name="object 20">
            <a:extLst>
              <a:ext uri="{FF2B5EF4-FFF2-40B4-BE49-F238E27FC236}">
                <a16:creationId xmlns:a16="http://schemas.microsoft.com/office/drawing/2014/main" id="{B9200875-1E24-E146-3E00-147DAE802A61}"/>
              </a:ext>
            </a:extLst>
          </p:cNvPr>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1" name="object 21">
            <a:extLst>
              <a:ext uri="{FF2B5EF4-FFF2-40B4-BE49-F238E27FC236}">
                <a16:creationId xmlns:a16="http://schemas.microsoft.com/office/drawing/2014/main" id="{E494D7EB-1901-14A9-4C3A-329BDEDC11E7}"/>
              </a:ext>
            </a:extLst>
          </p:cNvPr>
          <p:cNvSpPr/>
          <p:nvPr/>
        </p:nvSpPr>
        <p:spPr>
          <a:xfrm>
            <a:off x="13680693" y="9233279"/>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575259"/>
          </a:solidFill>
        </p:spPr>
        <p:txBody>
          <a:bodyPr wrap="square" lIns="0" tIns="0" rIns="0" bIns="0" rtlCol="0"/>
          <a:lstStyle/>
          <a:p>
            <a:endParaRPr/>
          </a:p>
        </p:txBody>
      </p:sp>
      <p:sp>
        <p:nvSpPr>
          <p:cNvPr id="22" name="object 24">
            <a:extLst>
              <a:ext uri="{FF2B5EF4-FFF2-40B4-BE49-F238E27FC236}">
                <a16:creationId xmlns:a16="http://schemas.microsoft.com/office/drawing/2014/main" id="{F8AE10D4-859A-5EB2-02F5-4C3F8754138B}"/>
              </a:ext>
            </a:extLst>
          </p:cNvPr>
          <p:cNvSpPr/>
          <p:nvPr/>
        </p:nvSpPr>
        <p:spPr>
          <a:xfrm>
            <a:off x="14125716" y="161252"/>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
        <p:nvSpPr>
          <p:cNvPr id="23" name="object 25">
            <a:extLst>
              <a:ext uri="{FF2B5EF4-FFF2-40B4-BE49-F238E27FC236}">
                <a16:creationId xmlns:a16="http://schemas.microsoft.com/office/drawing/2014/main" id="{7BD1F8A4-44FE-E8CE-CD63-95AC1E3F8BC9}"/>
              </a:ext>
            </a:extLst>
          </p:cNvPr>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Tree>
    <p:extLst>
      <p:ext uri="{BB962C8B-B14F-4D97-AF65-F5344CB8AC3E}">
        <p14:creationId xmlns:p14="http://schemas.microsoft.com/office/powerpoint/2010/main" val="113336042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40866-1916-E1F1-A084-479557C8A067}"/>
              </a:ext>
            </a:extLst>
          </p:cNvPr>
          <p:cNvSpPr>
            <a:spLocks noGrp="1"/>
          </p:cNvSpPr>
          <p:nvPr>
            <p:ph type="title"/>
          </p:nvPr>
        </p:nvSpPr>
        <p:spPr>
          <a:xfrm>
            <a:off x="1558925" y="2307393"/>
            <a:ext cx="5457825" cy="700192"/>
          </a:xfrm>
        </p:spPr>
        <p:txBody>
          <a:bodyPr/>
          <a:lstStyle/>
          <a:p>
            <a:r>
              <a:rPr lang="en-US" dirty="0"/>
              <a:t>Neural Network</a:t>
            </a:r>
            <a:endParaRPr lang="en-IN" dirty="0"/>
          </a:p>
        </p:txBody>
      </p:sp>
      <p:sp>
        <p:nvSpPr>
          <p:cNvPr id="4" name="TextBox 3">
            <a:extLst>
              <a:ext uri="{FF2B5EF4-FFF2-40B4-BE49-F238E27FC236}">
                <a16:creationId xmlns:a16="http://schemas.microsoft.com/office/drawing/2014/main" id="{ACB0FEC4-D1F1-032F-5A7A-C7113E81ED0C}"/>
              </a:ext>
            </a:extLst>
          </p:cNvPr>
          <p:cNvSpPr txBox="1"/>
          <p:nvPr/>
        </p:nvSpPr>
        <p:spPr>
          <a:xfrm>
            <a:off x="1558925" y="3321050"/>
            <a:ext cx="8353426" cy="1477328"/>
          </a:xfrm>
          <a:prstGeom prst="rect">
            <a:avLst/>
          </a:prstGeom>
          <a:noFill/>
        </p:spPr>
        <p:txBody>
          <a:bodyPr wrap="square" rtlCol="0">
            <a:spAutoFit/>
          </a:bodyPr>
          <a:lstStyle/>
          <a:p>
            <a:r>
              <a:rPr lang="en-US" b="1" dirty="0"/>
              <a:t>This model yielded 97.36% of accuracy which is the same as the random forest model. We used 50 epochs for the model.</a:t>
            </a:r>
          </a:p>
          <a:p>
            <a:r>
              <a:rPr lang="en-US" b="1" dirty="0"/>
              <a:t>This may suggest that the highest accuracy achieved by any technique is similar to random forest model.</a:t>
            </a:r>
          </a:p>
          <a:p>
            <a:r>
              <a:rPr lang="en-IN" b="1" dirty="0"/>
              <a:t>This model had 3 wrong cases from which 2 were false negative cases.</a:t>
            </a:r>
          </a:p>
        </p:txBody>
      </p:sp>
      <p:pic>
        <p:nvPicPr>
          <p:cNvPr id="6146" name="Picture 2">
            <a:extLst>
              <a:ext uri="{FF2B5EF4-FFF2-40B4-BE49-F238E27FC236}">
                <a16:creationId xmlns:a16="http://schemas.microsoft.com/office/drawing/2014/main" id="{7002CC9D-30BF-4D37-D5A1-83024DDEB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9237" y="4798378"/>
            <a:ext cx="4387513" cy="351386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9E7737D3-F41E-BB6F-30BF-CFB80D9DC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8150" y="2740978"/>
            <a:ext cx="5486400" cy="411480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object 5">
            <a:extLst>
              <a:ext uri="{FF2B5EF4-FFF2-40B4-BE49-F238E27FC236}">
                <a16:creationId xmlns:a16="http://schemas.microsoft.com/office/drawing/2014/main" id="{8D59AAE2-1A43-99FB-8CF4-85C10441B419}"/>
              </a:ext>
            </a:extLst>
          </p:cNvPr>
          <p:cNvGrpSpPr/>
          <p:nvPr/>
        </p:nvGrpSpPr>
        <p:grpSpPr>
          <a:xfrm>
            <a:off x="1169279" y="9591838"/>
            <a:ext cx="1590040" cy="394970"/>
            <a:chOff x="1169279" y="9591838"/>
            <a:chExt cx="1590040" cy="394970"/>
          </a:xfrm>
        </p:grpSpPr>
        <p:sp>
          <p:nvSpPr>
            <p:cNvPr id="5" name="object 6">
              <a:extLst>
                <a:ext uri="{FF2B5EF4-FFF2-40B4-BE49-F238E27FC236}">
                  <a16:creationId xmlns:a16="http://schemas.microsoft.com/office/drawing/2014/main" id="{BA5BB698-147F-8995-36F8-D8C7A826D974}"/>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6" name="object 7">
              <a:extLst>
                <a:ext uri="{FF2B5EF4-FFF2-40B4-BE49-F238E27FC236}">
                  <a16:creationId xmlns:a16="http://schemas.microsoft.com/office/drawing/2014/main" id="{72141943-165D-8CDC-7E61-3AC901D0F963}"/>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7" name="object 8">
              <a:extLst>
                <a:ext uri="{FF2B5EF4-FFF2-40B4-BE49-F238E27FC236}">
                  <a16:creationId xmlns:a16="http://schemas.microsoft.com/office/drawing/2014/main" id="{C0C1486D-3281-D5E5-1611-3B275505D1C8}"/>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8" name="object 9">
              <a:extLst>
                <a:ext uri="{FF2B5EF4-FFF2-40B4-BE49-F238E27FC236}">
                  <a16:creationId xmlns:a16="http://schemas.microsoft.com/office/drawing/2014/main" id="{35B05BEA-8C4E-D1BC-382D-2AB311E6713B}"/>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9" name="object 10">
              <a:extLst>
                <a:ext uri="{FF2B5EF4-FFF2-40B4-BE49-F238E27FC236}">
                  <a16:creationId xmlns:a16="http://schemas.microsoft.com/office/drawing/2014/main" id="{02722ADA-52F0-8406-D842-DC6416028C98}"/>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0" name="object 11">
              <a:extLst>
                <a:ext uri="{FF2B5EF4-FFF2-40B4-BE49-F238E27FC236}">
                  <a16:creationId xmlns:a16="http://schemas.microsoft.com/office/drawing/2014/main" id="{BAE9D4F4-11E8-88D9-7B76-7AED2711AA94}"/>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1" name="object 12">
              <a:extLst>
                <a:ext uri="{FF2B5EF4-FFF2-40B4-BE49-F238E27FC236}">
                  <a16:creationId xmlns:a16="http://schemas.microsoft.com/office/drawing/2014/main" id="{2D0A8D56-A509-86EE-A21B-40506F0CA1AA}"/>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2" name="object 13">
              <a:extLst>
                <a:ext uri="{FF2B5EF4-FFF2-40B4-BE49-F238E27FC236}">
                  <a16:creationId xmlns:a16="http://schemas.microsoft.com/office/drawing/2014/main" id="{01C4C410-9403-0763-69DE-E8E59DFF43B8}"/>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3" name="object 14">
              <a:extLst>
                <a:ext uri="{FF2B5EF4-FFF2-40B4-BE49-F238E27FC236}">
                  <a16:creationId xmlns:a16="http://schemas.microsoft.com/office/drawing/2014/main" id="{769D1B1A-AB14-7441-0756-07D83E721991}"/>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4" name="object 15">
              <a:extLst>
                <a:ext uri="{FF2B5EF4-FFF2-40B4-BE49-F238E27FC236}">
                  <a16:creationId xmlns:a16="http://schemas.microsoft.com/office/drawing/2014/main" id="{E48EB660-F160-CA99-FFCB-CEDF85886C4B}"/>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5" name="object 16">
              <a:extLst>
                <a:ext uri="{FF2B5EF4-FFF2-40B4-BE49-F238E27FC236}">
                  <a16:creationId xmlns:a16="http://schemas.microsoft.com/office/drawing/2014/main" id="{8DEA3082-8CD3-4AE0-3DA6-2F27DC6A34ED}"/>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6" name="object 17">
              <a:extLst>
                <a:ext uri="{FF2B5EF4-FFF2-40B4-BE49-F238E27FC236}">
                  <a16:creationId xmlns:a16="http://schemas.microsoft.com/office/drawing/2014/main" id="{F996A619-8D63-9260-C1EC-FEEF482359E1}"/>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7" name="object 18">
              <a:extLst>
                <a:ext uri="{FF2B5EF4-FFF2-40B4-BE49-F238E27FC236}">
                  <a16:creationId xmlns:a16="http://schemas.microsoft.com/office/drawing/2014/main" id="{BAAE17AC-47E0-D7D4-F52D-3B4DE77F64B8}"/>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8" name="object 19">
              <a:extLst>
                <a:ext uri="{FF2B5EF4-FFF2-40B4-BE49-F238E27FC236}">
                  <a16:creationId xmlns:a16="http://schemas.microsoft.com/office/drawing/2014/main" id="{9AF75211-6A5F-3F10-19F6-5806DE50D7C3}"/>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19" name="object 23">
            <a:extLst>
              <a:ext uri="{FF2B5EF4-FFF2-40B4-BE49-F238E27FC236}">
                <a16:creationId xmlns:a16="http://schemas.microsoft.com/office/drawing/2014/main" id="{755DC85C-0F50-93D0-E7E8-F83A99E46FAB}"/>
              </a:ext>
            </a:extLst>
          </p:cNvPr>
          <p:cNvSpPr/>
          <p:nvPr/>
        </p:nvSpPr>
        <p:spPr>
          <a:xfrm>
            <a:off x="16167797"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Tree>
    <p:extLst>
      <p:ext uri="{BB962C8B-B14F-4D97-AF65-F5344CB8AC3E}">
        <p14:creationId xmlns:p14="http://schemas.microsoft.com/office/powerpoint/2010/main" val="183558553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42D13-5F86-3C31-FFE5-3F9CC45B78A3}"/>
              </a:ext>
            </a:extLst>
          </p:cNvPr>
          <p:cNvSpPr>
            <a:spLocks noGrp="1"/>
          </p:cNvSpPr>
          <p:nvPr>
            <p:ph type="title"/>
          </p:nvPr>
        </p:nvSpPr>
        <p:spPr>
          <a:xfrm>
            <a:off x="1558925" y="2307393"/>
            <a:ext cx="13948232" cy="700192"/>
          </a:xfrm>
        </p:spPr>
        <p:txBody>
          <a:bodyPr/>
          <a:lstStyle/>
          <a:p>
            <a:r>
              <a:rPr lang="en-US" dirty="0"/>
              <a:t>Real time Usage of the Project</a:t>
            </a:r>
            <a:endParaRPr lang="en-IN" dirty="0"/>
          </a:p>
        </p:txBody>
      </p:sp>
      <p:sp>
        <p:nvSpPr>
          <p:cNvPr id="3" name="TextBox 2">
            <a:extLst>
              <a:ext uri="{FF2B5EF4-FFF2-40B4-BE49-F238E27FC236}">
                <a16:creationId xmlns:a16="http://schemas.microsoft.com/office/drawing/2014/main" id="{CD069001-6B1A-7E75-D691-462DF284946D}"/>
              </a:ext>
            </a:extLst>
          </p:cNvPr>
          <p:cNvSpPr txBox="1"/>
          <p:nvPr/>
        </p:nvSpPr>
        <p:spPr>
          <a:xfrm>
            <a:off x="1558924" y="3397249"/>
            <a:ext cx="14220825" cy="4247317"/>
          </a:xfrm>
          <a:prstGeom prst="rect">
            <a:avLst/>
          </a:prstGeom>
          <a:noFill/>
        </p:spPr>
        <p:txBody>
          <a:bodyPr wrap="square" rtlCol="0">
            <a:spAutoFit/>
          </a:bodyPr>
          <a:lstStyle/>
          <a:p>
            <a:pPr marL="342900" indent="-342900">
              <a:buFont typeface="Arial" panose="020B0604020202020204" pitchFamily="34" charset="0"/>
              <a:buChar char="•"/>
            </a:pPr>
            <a:r>
              <a:rPr lang="en-US" sz="2800" b="0" i="1" dirty="0">
                <a:solidFill>
                  <a:srgbClr val="2E2E2E"/>
                </a:solidFill>
                <a:effectLst/>
                <a:latin typeface="Bookman Old Style" panose="02050604050505020204" pitchFamily="18" charset="0"/>
              </a:rPr>
              <a:t>The last two decades a variety of different ML techniques and feature selection algorithms have been widely applied to disease prognosis and predictions. </a:t>
            </a:r>
          </a:p>
          <a:p>
            <a:pPr marL="342900" indent="-342900">
              <a:buFont typeface="Arial" panose="020B0604020202020204" pitchFamily="34" charset="0"/>
              <a:buChar char="•"/>
            </a:pPr>
            <a:endParaRPr lang="en-US" sz="2800" i="1" dirty="0">
              <a:solidFill>
                <a:srgbClr val="2E2E2E"/>
              </a:solidFill>
              <a:latin typeface="Bookman Old Style" panose="02050604050505020204" pitchFamily="18" charset="0"/>
            </a:endParaRPr>
          </a:p>
          <a:p>
            <a:pPr marL="342900" indent="-342900">
              <a:buFont typeface="Arial" panose="020B0604020202020204" pitchFamily="34" charset="0"/>
              <a:buChar char="•"/>
            </a:pPr>
            <a:r>
              <a:rPr lang="en-US" sz="2800" i="1" dirty="0">
                <a:solidFill>
                  <a:srgbClr val="2E2E2E"/>
                </a:solidFill>
                <a:latin typeface="Bookman Old Style" panose="02050604050505020204" pitchFamily="18" charset="0"/>
              </a:rPr>
              <a:t>This model provided that it gets accurate data can be used in </a:t>
            </a:r>
            <a:r>
              <a:rPr lang="en-IN" sz="2800" b="0" i="1" dirty="0">
                <a:solidFill>
                  <a:srgbClr val="2E2E2E"/>
                </a:solidFill>
                <a:effectLst/>
                <a:latin typeface="Bookman Old Style" panose="02050604050505020204" pitchFamily="18" charset="0"/>
              </a:rPr>
              <a:t>clinical practice as a medical tool </a:t>
            </a:r>
          </a:p>
          <a:p>
            <a:pPr marL="342900" indent="-342900">
              <a:buFont typeface="Arial" panose="020B0604020202020204" pitchFamily="34" charset="0"/>
              <a:buChar char="•"/>
            </a:pPr>
            <a:endParaRPr lang="en-IN" sz="2800" b="0" i="1" dirty="0">
              <a:solidFill>
                <a:srgbClr val="2E2E2E"/>
              </a:solidFill>
              <a:effectLst/>
              <a:latin typeface="Bookman Old Style" panose="02050604050505020204" pitchFamily="18" charset="0"/>
            </a:endParaRPr>
          </a:p>
          <a:p>
            <a:pPr marL="342900" indent="-342900">
              <a:buFont typeface="Arial" panose="020B0604020202020204" pitchFamily="34" charset="0"/>
              <a:buChar char="•"/>
            </a:pPr>
            <a:r>
              <a:rPr lang="en-IN" sz="2800" i="1" dirty="0">
                <a:solidFill>
                  <a:srgbClr val="2E2E2E"/>
                </a:solidFill>
                <a:latin typeface="Bookman Old Style" panose="02050604050505020204" pitchFamily="18" charset="0"/>
              </a:rPr>
              <a:t>This model will help in </a:t>
            </a:r>
            <a:r>
              <a:rPr lang="en-IN" sz="2800" b="0" i="1" dirty="0">
                <a:solidFill>
                  <a:srgbClr val="2E2E2E"/>
                </a:solidFill>
                <a:effectLst/>
                <a:latin typeface="Bookman Old Style" panose="02050604050505020204" pitchFamily="18" charset="0"/>
              </a:rPr>
              <a:t>reducing the human efforts which will help doctors to take proper decisions and steps </a:t>
            </a:r>
            <a:r>
              <a:rPr lang="en-IN" sz="2800" i="1" dirty="0">
                <a:solidFill>
                  <a:srgbClr val="2E2E2E"/>
                </a:solidFill>
                <a:latin typeface="Bookman Old Style" panose="02050604050505020204" pitchFamily="18" charset="0"/>
              </a:rPr>
              <a:t>on time resulting in the benefit of patient and overall society.  </a:t>
            </a:r>
          </a:p>
          <a:p>
            <a:endParaRPr lang="en-IN" dirty="0"/>
          </a:p>
        </p:txBody>
      </p:sp>
      <p:grpSp>
        <p:nvGrpSpPr>
          <p:cNvPr id="4" name="object 5">
            <a:extLst>
              <a:ext uri="{FF2B5EF4-FFF2-40B4-BE49-F238E27FC236}">
                <a16:creationId xmlns:a16="http://schemas.microsoft.com/office/drawing/2014/main" id="{F10F09D4-7CCF-B060-24DE-E72A69F2C711}"/>
              </a:ext>
            </a:extLst>
          </p:cNvPr>
          <p:cNvGrpSpPr/>
          <p:nvPr/>
        </p:nvGrpSpPr>
        <p:grpSpPr>
          <a:xfrm>
            <a:off x="1169279" y="9569450"/>
            <a:ext cx="1590040" cy="394970"/>
            <a:chOff x="1169279" y="9591838"/>
            <a:chExt cx="1590040" cy="394970"/>
          </a:xfrm>
        </p:grpSpPr>
        <p:sp>
          <p:nvSpPr>
            <p:cNvPr id="5" name="object 6">
              <a:extLst>
                <a:ext uri="{FF2B5EF4-FFF2-40B4-BE49-F238E27FC236}">
                  <a16:creationId xmlns:a16="http://schemas.microsoft.com/office/drawing/2014/main" id="{27D2AE5D-D5F1-75A2-66FB-C08C6A734778}"/>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6" name="object 7">
              <a:extLst>
                <a:ext uri="{FF2B5EF4-FFF2-40B4-BE49-F238E27FC236}">
                  <a16:creationId xmlns:a16="http://schemas.microsoft.com/office/drawing/2014/main" id="{E4F74E1B-347A-6EDB-BFD7-94DDB8E1CE18}"/>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7" name="object 8">
              <a:extLst>
                <a:ext uri="{FF2B5EF4-FFF2-40B4-BE49-F238E27FC236}">
                  <a16:creationId xmlns:a16="http://schemas.microsoft.com/office/drawing/2014/main" id="{C32200F3-299D-CB52-945D-74AD9DEC2C79}"/>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8" name="object 9">
              <a:extLst>
                <a:ext uri="{FF2B5EF4-FFF2-40B4-BE49-F238E27FC236}">
                  <a16:creationId xmlns:a16="http://schemas.microsoft.com/office/drawing/2014/main" id="{B081EF3D-9E64-B7B8-86BC-F020CE53EBE5}"/>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9" name="object 10">
              <a:extLst>
                <a:ext uri="{FF2B5EF4-FFF2-40B4-BE49-F238E27FC236}">
                  <a16:creationId xmlns:a16="http://schemas.microsoft.com/office/drawing/2014/main" id="{90F681E3-00A8-3AD4-1B18-403A90B8F08F}"/>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0" name="object 11">
              <a:extLst>
                <a:ext uri="{FF2B5EF4-FFF2-40B4-BE49-F238E27FC236}">
                  <a16:creationId xmlns:a16="http://schemas.microsoft.com/office/drawing/2014/main" id="{50A4AE67-5249-F717-2F36-1B9569E38364}"/>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11" name="object 12">
              <a:extLst>
                <a:ext uri="{FF2B5EF4-FFF2-40B4-BE49-F238E27FC236}">
                  <a16:creationId xmlns:a16="http://schemas.microsoft.com/office/drawing/2014/main" id="{37589B75-EDA5-676D-E669-E9A12918FA0D}"/>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12" name="object 13">
              <a:extLst>
                <a:ext uri="{FF2B5EF4-FFF2-40B4-BE49-F238E27FC236}">
                  <a16:creationId xmlns:a16="http://schemas.microsoft.com/office/drawing/2014/main" id="{93C935DF-F113-E573-9DEA-804892FB4C10}"/>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3" name="object 14">
              <a:extLst>
                <a:ext uri="{FF2B5EF4-FFF2-40B4-BE49-F238E27FC236}">
                  <a16:creationId xmlns:a16="http://schemas.microsoft.com/office/drawing/2014/main" id="{0305B506-48F3-A1FF-B072-59DF69EE3191}"/>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14" name="object 15">
              <a:extLst>
                <a:ext uri="{FF2B5EF4-FFF2-40B4-BE49-F238E27FC236}">
                  <a16:creationId xmlns:a16="http://schemas.microsoft.com/office/drawing/2014/main" id="{B3D8896E-65AB-0C64-7683-FC15FC2EB36E}"/>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5" name="object 16">
              <a:extLst>
                <a:ext uri="{FF2B5EF4-FFF2-40B4-BE49-F238E27FC236}">
                  <a16:creationId xmlns:a16="http://schemas.microsoft.com/office/drawing/2014/main" id="{83C6A165-E538-F571-6B87-090432F563C4}"/>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16" name="object 17">
              <a:extLst>
                <a:ext uri="{FF2B5EF4-FFF2-40B4-BE49-F238E27FC236}">
                  <a16:creationId xmlns:a16="http://schemas.microsoft.com/office/drawing/2014/main" id="{66944E95-2BDF-ECFB-BAB1-49A2D19C52DE}"/>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17" name="object 18">
              <a:extLst>
                <a:ext uri="{FF2B5EF4-FFF2-40B4-BE49-F238E27FC236}">
                  <a16:creationId xmlns:a16="http://schemas.microsoft.com/office/drawing/2014/main" id="{EF2080BC-6593-B6BD-C995-4AB303A33757}"/>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18" name="object 19">
              <a:extLst>
                <a:ext uri="{FF2B5EF4-FFF2-40B4-BE49-F238E27FC236}">
                  <a16:creationId xmlns:a16="http://schemas.microsoft.com/office/drawing/2014/main" id="{756BDCA0-43C5-71B8-B1A0-F1143A92D17B}"/>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
        <p:nvSpPr>
          <p:cNvPr id="19" name="object 23">
            <a:extLst>
              <a:ext uri="{FF2B5EF4-FFF2-40B4-BE49-F238E27FC236}">
                <a16:creationId xmlns:a16="http://schemas.microsoft.com/office/drawing/2014/main" id="{3207224E-E42A-C2EB-AD9A-0567FDB44A58}"/>
              </a:ext>
            </a:extLst>
          </p:cNvPr>
          <p:cNvSpPr/>
          <p:nvPr/>
        </p:nvSpPr>
        <p:spPr>
          <a:xfrm>
            <a:off x="16167797" y="0"/>
            <a:ext cx="1807210" cy="5163185"/>
          </a:xfrm>
          <a:custGeom>
            <a:avLst/>
            <a:gdLst/>
            <a:ahLst/>
            <a:cxnLst/>
            <a:rect l="l" t="t" r="r" b="b"/>
            <a:pathLst>
              <a:path w="1807209" h="5163185">
                <a:moveTo>
                  <a:pt x="903597" y="5163019"/>
                </a:moveTo>
                <a:lnTo>
                  <a:pt x="0" y="5163019"/>
                </a:lnTo>
                <a:lnTo>
                  <a:pt x="0" y="0"/>
                </a:lnTo>
              </a:path>
              <a:path w="1807209" h="5163185">
                <a:moveTo>
                  <a:pt x="1807195" y="0"/>
                </a:moveTo>
                <a:lnTo>
                  <a:pt x="1807195" y="5163019"/>
                </a:lnTo>
                <a:lnTo>
                  <a:pt x="903597" y="5163019"/>
                </a:lnTo>
              </a:path>
            </a:pathLst>
          </a:custGeom>
          <a:ln w="76318">
            <a:solidFill>
              <a:srgbClr val="FFB700"/>
            </a:solidFill>
          </a:ln>
        </p:spPr>
        <p:txBody>
          <a:bodyPr wrap="square" lIns="0" tIns="0" rIns="0" bIns="0" rtlCol="0"/>
          <a:lstStyle/>
          <a:p>
            <a:endParaRPr/>
          </a:p>
        </p:txBody>
      </p:sp>
      <p:sp>
        <p:nvSpPr>
          <p:cNvPr id="20" name="object 20">
            <a:extLst>
              <a:ext uri="{FF2B5EF4-FFF2-40B4-BE49-F238E27FC236}">
                <a16:creationId xmlns:a16="http://schemas.microsoft.com/office/drawing/2014/main" id="{239BE469-AC7D-324C-62E7-6DCEE042B663}"/>
              </a:ext>
            </a:extLst>
          </p:cNvPr>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1" name="object 21">
            <a:extLst>
              <a:ext uri="{FF2B5EF4-FFF2-40B4-BE49-F238E27FC236}">
                <a16:creationId xmlns:a16="http://schemas.microsoft.com/office/drawing/2014/main" id="{649A6AF2-0C6D-2BAB-FD10-E4C9C4EE7951}"/>
              </a:ext>
            </a:extLst>
          </p:cNvPr>
          <p:cNvSpPr/>
          <p:nvPr/>
        </p:nvSpPr>
        <p:spPr>
          <a:xfrm>
            <a:off x="13680693" y="9233279"/>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575259"/>
          </a:solidFill>
        </p:spPr>
        <p:txBody>
          <a:bodyPr wrap="square" lIns="0" tIns="0" rIns="0" bIns="0" rtlCol="0"/>
          <a:lstStyle/>
          <a:p>
            <a:endParaRPr/>
          </a:p>
        </p:txBody>
      </p:sp>
      <p:sp>
        <p:nvSpPr>
          <p:cNvPr id="22" name="object 24">
            <a:extLst>
              <a:ext uri="{FF2B5EF4-FFF2-40B4-BE49-F238E27FC236}">
                <a16:creationId xmlns:a16="http://schemas.microsoft.com/office/drawing/2014/main" id="{7E60536C-B3DC-23CA-A0C3-79D21E1D3B5C}"/>
              </a:ext>
            </a:extLst>
          </p:cNvPr>
          <p:cNvSpPr/>
          <p:nvPr/>
        </p:nvSpPr>
        <p:spPr>
          <a:xfrm>
            <a:off x="14125716" y="161252"/>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
        <p:nvSpPr>
          <p:cNvPr id="23" name="object 25">
            <a:extLst>
              <a:ext uri="{FF2B5EF4-FFF2-40B4-BE49-F238E27FC236}">
                <a16:creationId xmlns:a16="http://schemas.microsoft.com/office/drawing/2014/main" id="{18A04D9D-030B-C45B-F1BE-8231FB3CFC44}"/>
              </a:ext>
            </a:extLst>
          </p:cNvPr>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Tree>
    <p:extLst>
      <p:ext uri="{BB962C8B-B14F-4D97-AF65-F5344CB8AC3E}">
        <p14:creationId xmlns:p14="http://schemas.microsoft.com/office/powerpoint/2010/main" val="414920330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6225" y="1288217"/>
            <a:ext cx="16465550" cy="7709852"/>
          </a:xfrm>
          <a:custGeom>
            <a:avLst/>
            <a:gdLst/>
            <a:ahLst/>
            <a:cxnLst/>
            <a:rect l="l" t="t" r="r" b="b"/>
            <a:pathLst>
              <a:path w="17078325" h="8506460">
                <a:moveTo>
                  <a:pt x="17078325" y="0"/>
                </a:moveTo>
                <a:lnTo>
                  <a:pt x="0" y="0"/>
                </a:lnTo>
                <a:lnTo>
                  <a:pt x="0" y="8505980"/>
                </a:lnTo>
                <a:lnTo>
                  <a:pt x="8539162" y="8505980"/>
                </a:lnTo>
                <a:lnTo>
                  <a:pt x="17078325" y="8505980"/>
                </a:lnTo>
                <a:lnTo>
                  <a:pt x="17078325" y="0"/>
                </a:lnTo>
                <a:close/>
              </a:path>
            </a:pathLst>
          </a:custGeom>
          <a:solidFill>
            <a:srgbClr val="FFFFFF"/>
          </a:solidFill>
        </p:spPr>
        <p:txBody>
          <a:bodyPr wrap="square" lIns="0" tIns="0" rIns="0" bIns="0" rtlCol="0"/>
          <a:lstStyle/>
          <a:p>
            <a:endParaRPr/>
          </a:p>
        </p:txBody>
      </p:sp>
      <p:grpSp>
        <p:nvGrpSpPr>
          <p:cNvPr id="3" name="object 3"/>
          <p:cNvGrpSpPr/>
          <p:nvPr/>
        </p:nvGrpSpPr>
        <p:grpSpPr>
          <a:xfrm>
            <a:off x="1169279" y="346308"/>
            <a:ext cx="1590040" cy="394970"/>
            <a:chOff x="1169279" y="346308"/>
            <a:chExt cx="1590040" cy="394970"/>
          </a:xfrm>
        </p:grpSpPr>
        <p:sp>
          <p:nvSpPr>
            <p:cNvPr id="4" name="object 4"/>
            <p:cNvSpPr/>
            <p:nvPr/>
          </p:nvSpPr>
          <p:spPr>
            <a:xfrm>
              <a:off x="1178640" y="355676"/>
              <a:ext cx="224790" cy="375920"/>
            </a:xfrm>
            <a:custGeom>
              <a:avLst/>
              <a:gdLst/>
              <a:ahLst/>
              <a:cxnLst/>
              <a:rect l="l" t="t" r="r" b="b"/>
              <a:pathLst>
                <a:path w="224790" h="375920">
                  <a:moveTo>
                    <a:pt x="224621" y="0"/>
                  </a:moveTo>
                  <a:lnTo>
                    <a:pt x="191512" y="0"/>
                  </a:lnTo>
                  <a:lnTo>
                    <a:pt x="0" y="375831"/>
                  </a:lnTo>
                  <a:lnTo>
                    <a:pt x="32393" y="375831"/>
                  </a:lnTo>
                  <a:lnTo>
                    <a:pt x="224621" y="0"/>
                  </a:lnTo>
                  <a:close/>
                </a:path>
              </a:pathLst>
            </a:custGeom>
            <a:solidFill>
              <a:srgbClr val="18181A"/>
            </a:solidFill>
          </p:spPr>
          <p:txBody>
            <a:bodyPr wrap="square" lIns="0" tIns="0" rIns="0" bIns="0" rtlCol="0"/>
            <a:lstStyle/>
            <a:p>
              <a:endParaRPr/>
            </a:p>
          </p:txBody>
        </p:sp>
        <p:sp>
          <p:nvSpPr>
            <p:cNvPr id="5" name="object 5"/>
            <p:cNvSpPr/>
            <p:nvPr/>
          </p:nvSpPr>
          <p:spPr>
            <a:xfrm>
              <a:off x="1178639" y="355668"/>
              <a:ext cx="224790" cy="375920"/>
            </a:xfrm>
            <a:custGeom>
              <a:avLst/>
              <a:gdLst/>
              <a:ahLst/>
              <a:cxnLst/>
              <a:rect l="l" t="t" r="r" b="b"/>
              <a:pathLst>
                <a:path w="224790" h="375920">
                  <a:moveTo>
                    <a:pt x="0" y="375825"/>
                  </a:moveTo>
                  <a:lnTo>
                    <a:pt x="191512" y="0"/>
                  </a:lnTo>
                  <a:lnTo>
                    <a:pt x="224620" y="0"/>
                  </a:lnTo>
                  <a:lnTo>
                    <a:pt x="32394" y="375825"/>
                  </a:lnTo>
                  <a:lnTo>
                    <a:pt x="0" y="375825"/>
                  </a:lnTo>
                  <a:close/>
                </a:path>
              </a:pathLst>
            </a:custGeom>
            <a:ln w="18718">
              <a:solidFill>
                <a:srgbClr val="18181A"/>
              </a:solidFill>
            </a:ln>
          </p:spPr>
          <p:txBody>
            <a:bodyPr wrap="square" lIns="0" tIns="0" rIns="0" bIns="0" rtlCol="0"/>
            <a:lstStyle/>
            <a:p>
              <a:endParaRPr/>
            </a:p>
          </p:txBody>
        </p:sp>
        <p:sp>
          <p:nvSpPr>
            <p:cNvPr id="6" name="object 6"/>
            <p:cNvSpPr/>
            <p:nvPr/>
          </p:nvSpPr>
          <p:spPr>
            <a:xfrm>
              <a:off x="1403261"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7" name="object 7"/>
            <p:cNvSpPr/>
            <p:nvPr/>
          </p:nvSpPr>
          <p:spPr>
            <a:xfrm>
              <a:off x="1403259"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8" name="object 8"/>
            <p:cNvSpPr/>
            <p:nvPr/>
          </p:nvSpPr>
          <p:spPr>
            <a:xfrm>
              <a:off x="162716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9" name="object 9"/>
            <p:cNvSpPr/>
            <p:nvPr/>
          </p:nvSpPr>
          <p:spPr>
            <a:xfrm>
              <a:off x="1627156" y="355668"/>
              <a:ext cx="224790" cy="375920"/>
            </a:xfrm>
            <a:custGeom>
              <a:avLst/>
              <a:gdLst/>
              <a:ahLst/>
              <a:cxnLst/>
              <a:rect l="l" t="t" r="r" b="b"/>
              <a:pathLst>
                <a:path w="224789" h="375920">
                  <a:moveTo>
                    <a:pt x="0" y="375825"/>
                  </a:moveTo>
                  <a:lnTo>
                    <a:pt x="191512" y="0"/>
                  </a:lnTo>
                  <a:lnTo>
                    <a:pt x="224633" y="0"/>
                  </a:lnTo>
                  <a:lnTo>
                    <a:pt x="32409" y="375825"/>
                  </a:lnTo>
                  <a:lnTo>
                    <a:pt x="0" y="375825"/>
                  </a:lnTo>
                  <a:close/>
                </a:path>
              </a:pathLst>
            </a:custGeom>
            <a:ln w="18718">
              <a:solidFill>
                <a:srgbClr val="18181A"/>
              </a:solidFill>
            </a:ln>
          </p:spPr>
          <p:txBody>
            <a:bodyPr wrap="square" lIns="0" tIns="0" rIns="0" bIns="0" rtlCol="0"/>
            <a:lstStyle/>
            <a:p>
              <a:endParaRPr/>
            </a:p>
          </p:txBody>
        </p:sp>
        <p:sp>
          <p:nvSpPr>
            <p:cNvPr id="10" name="object 10"/>
            <p:cNvSpPr/>
            <p:nvPr/>
          </p:nvSpPr>
          <p:spPr>
            <a:xfrm>
              <a:off x="1851787" y="355676"/>
              <a:ext cx="224790" cy="375920"/>
            </a:xfrm>
            <a:custGeom>
              <a:avLst/>
              <a:gdLst/>
              <a:ahLst/>
              <a:cxnLst/>
              <a:rect l="l" t="t" r="r" b="b"/>
              <a:pathLst>
                <a:path w="224789" h="375920">
                  <a:moveTo>
                    <a:pt x="224612" y="0"/>
                  </a:moveTo>
                  <a:lnTo>
                    <a:pt x="191503" y="0"/>
                  </a:lnTo>
                  <a:lnTo>
                    <a:pt x="0" y="375831"/>
                  </a:lnTo>
                  <a:lnTo>
                    <a:pt x="32397" y="375831"/>
                  </a:lnTo>
                  <a:lnTo>
                    <a:pt x="224612" y="0"/>
                  </a:lnTo>
                  <a:close/>
                </a:path>
              </a:pathLst>
            </a:custGeom>
            <a:solidFill>
              <a:srgbClr val="18181A"/>
            </a:solidFill>
          </p:spPr>
          <p:txBody>
            <a:bodyPr wrap="square" lIns="0" tIns="0" rIns="0" bIns="0" rtlCol="0"/>
            <a:lstStyle/>
            <a:p>
              <a:endParaRPr/>
            </a:p>
          </p:txBody>
        </p:sp>
        <p:sp>
          <p:nvSpPr>
            <p:cNvPr id="11" name="object 11"/>
            <p:cNvSpPr/>
            <p:nvPr/>
          </p:nvSpPr>
          <p:spPr>
            <a:xfrm>
              <a:off x="1851789"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2" name="object 12"/>
            <p:cNvSpPr/>
            <p:nvPr/>
          </p:nvSpPr>
          <p:spPr>
            <a:xfrm>
              <a:off x="2076399" y="355676"/>
              <a:ext cx="224790" cy="375920"/>
            </a:xfrm>
            <a:custGeom>
              <a:avLst/>
              <a:gdLst/>
              <a:ahLst/>
              <a:cxnLst/>
              <a:rect l="l" t="t" r="r" b="b"/>
              <a:pathLst>
                <a:path w="224789" h="375920">
                  <a:moveTo>
                    <a:pt x="224637" y="0"/>
                  </a:moveTo>
                  <a:lnTo>
                    <a:pt x="191516" y="0"/>
                  </a:lnTo>
                  <a:lnTo>
                    <a:pt x="0" y="375831"/>
                  </a:lnTo>
                  <a:lnTo>
                    <a:pt x="32410" y="375831"/>
                  </a:lnTo>
                  <a:lnTo>
                    <a:pt x="224637" y="0"/>
                  </a:lnTo>
                  <a:close/>
                </a:path>
              </a:pathLst>
            </a:custGeom>
            <a:solidFill>
              <a:srgbClr val="18181A"/>
            </a:solidFill>
          </p:spPr>
          <p:txBody>
            <a:bodyPr wrap="square" lIns="0" tIns="0" rIns="0" bIns="0" rtlCol="0"/>
            <a:lstStyle/>
            <a:p>
              <a:endParaRPr/>
            </a:p>
          </p:txBody>
        </p:sp>
        <p:sp>
          <p:nvSpPr>
            <p:cNvPr id="13" name="object 13"/>
            <p:cNvSpPr/>
            <p:nvPr/>
          </p:nvSpPr>
          <p:spPr>
            <a:xfrm>
              <a:off x="2076410"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4" name="object 14"/>
            <p:cNvSpPr/>
            <p:nvPr/>
          </p:nvSpPr>
          <p:spPr>
            <a:xfrm>
              <a:off x="230031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15" name="object 15"/>
            <p:cNvSpPr/>
            <p:nvPr/>
          </p:nvSpPr>
          <p:spPr>
            <a:xfrm>
              <a:off x="2300307"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6" name="object 16"/>
            <p:cNvSpPr/>
            <p:nvPr/>
          </p:nvSpPr>
          <p:spPr>
            <a:xfrm>
              <a:off x="2524937" y="355676"/>
              <a:ext cx="224790" cy="375920"/>
            </a:xfrm>
            <a:custGeom>
              <a:avLst/>
              <a:gdLst/>
              <a:ahLst/>
              <a:cxnLst/>
              <a:rect l="l" t="t" r="r" b="b"/>
              <a:pathLst>
                <a:path w="224789" h="375920">
                  <a:moveTo>
                    <a:pt x="224612" y="0"/>
                  </a:moveTo>
                  <a:lnTo>
                    <a:pt x="191503" y="0"/>
                  </a:lnTo>
                  <a:lnTo>
                    <a:pt x="0" y="375831"/>
                  </a:lnTo>
                  <a:lnTo>
                    <a:pt x="32385" y="375831"/>
                  </a:lnTo>
                  <a:lnTo>
                    <a:pt x="224612" y="0"/>
                  </a:lnTo>
                  <a:close/>
                </a:path>
              </a:pathLst>
            </a:custGeom>
            <a:solidFill>
              <a:srgbClr val="18181A"/>
            </a:solidFill>
          </p:spPr>
          <p:txBody>
            <a:bodyPr wrap="square" lIns="0" tIns="0" rIns="0" bIns="0" rtlCol="0"/>
            <a:lstStyle/>
            <a:p>
              <a:endParaRPr/>
            </a:p>
          </p:txBody>
        </p:sp>
        <p:sp>
          <p:nvSpPr>
            <p:cNvPr id="17" name="object 17"/>
            <p:cNvSpPr/>
            <p:nvPr/>
          </p:nvSpPr>
          <p:spPr>
            <a:xfrm>
              <a:off x="2524928"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grpSp>
      <p:sp>
        <p:nvSpPr>
          <p:cNvPr id="18" name="object 18"/>
          <p:cNvSpPr/>
          <p:nvPr/>
        </p:nvSpPr>
        <p:spPr>
          <a:xfrm>
            <a:off x="17079086" y="9123841"/>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29282C"/>
          </a:solidFill>
        </p:spPr>
        <p:txBody>
          <a:bodyPr wrap="square" lIns="0" tIns="0" rIns="0" bIns="0" rtlCol="0"/>
          <a:lstStyle/>
          <a:p>
            <a:endParaRPr/>
          </a:p>
        </p:txBody>
      </p:sp>
      <p:sp>
        <p:nvSpPr>
          <p:cNvPr id="19" name="object 19"/>
          <p:cNvSpPr/>
          <p:nvPr/>
        </p:nvSpPr>
        <p:spPr>
          <a:xfrm>
            <a:off x="17079086" y="8475840"/>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575259"/>
          </a:solidFill>
        </p:spPr>
        <p:txBody>
          <a:bodyPr wrap="square" lIns="0" tIns="0" rIns="0" bIns="0" rtlCol="0"/>
          <a:lstStyle/>
          <a:p>
            <a:endParaRPr/>
          </a:p>
        </p:txBody>
      </p:sp>
      <p:sp>
        <p:nvSpPr>
          <p:cNvPr id="20" name="object 20"/>
          <p:cNvSpPr/>
          <p:nvPr/>
        </p:nvSpPr>
        <p:spPr>
          <a:xfrm>
            <a:off x="17079086" y="7828560"/>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86808A"/>
          </a:solidFill>
        </p:spPr>
        <p:txBody>
          <a:bodyPr wrap="square" lIns="0" tIns="0" rIns="0" bIns="0" rtlCol="0"/>
          <a:lstStyle/>
          <a:p>
            <a:endParaRPr/>
          </a:p>
        </p:txBody>
      </p:sp>
      <p:sp>
        <p:nvSpPr>
          <p:cNvPr id="21" name="object 21"/>
          <p:cNvSpPr/>
          <p:nvPr/>
        </p:nvSpPr>
        <p:spPr>
          <a:xfrm>
            <a:off x="17392336" y="889180"/>
            <a:ext cx="895985" cy="5598160"/>
          </a:xfrm>
          <a:custGeom>
            <a:avLst/>
            <a:gdLst/>
            <a:ahLst/>
            <a:cxnLst/>
            <a:rect l="l" t="t" r="r" b="b"/>
            <a:pathLst>
              <a:path w="895984" h="5598160">
                <a:moveTo>
                  <a:pt x="895675" y="5597916"/>
                </a:moveTo>
                <a:lnTo>
                  <a:pt x="0" y="5597916"/>
                </a:lnTo>
                <a:lnTo>
                  <a:pt x="0" y="0"/>
                </a:lnTo>
                <a:lnTo>
                  <a:pt x="895675" y="0"/>
                </a:lnTo>
              </a:path>
            </a:pathLst>
          </a:custGeom>
          <a:ln w="76316">
            <a:solidFill>
              <a:srgbClr val="FFB700"/>
            </a:solidFill>
          </a:ln>
        </p:spPr>
        <p:txBody>
          <a:bodyPr wrap="square" lIns="0" tIns="0" rIns="0" bIns="0" rtlCol="0"/>
          <a:lstStyle/>
          <a:p>
            <a:endParaRPr/>
          </a:p>
        </p:txBody>
      </p:sp>
      <p:sp>
        <p:nvSpPr>
          <p:cNvPr id="22" name="object 22"/>
          <p:cNvSpPr/>
          <p:nvPr/>
        </p:nvSpPr>
        <p:spPr>
          <a:xfrm>
            <a:off x="0" y="9631440"/>
            <a:ext cx="5295265" cy="654685"/>
          </a:xfrm>
          <a:custGeom>
            <a:avLst/>
            <a:gdLst/>
            <a:ahLst/>
            <a:cxnLst/>
            <a:rect l="l" t="t" r="r" b="b"/>
            <a:pathLst>
              <a:path w="5295265" h="654684">
                <a:moveTo>
                  <a:pt x="5295175" y="0"/>
                </a:moveTo>
                <a:lnTo>
                  <a:pt x="0" y="0"/>
                </a:lnTo>
                <a:lnTo>
                  <a:pt x="0" y="654397"/>
                </a:lnTo>
                <a:lnTo>
                  <a:pt x="5295175" y="654397"/>
                </a:lnTo>
                <a:lnTo>
                  <a:pt x="5295175" y="0"/>
                </a:lnTo>
                <a:close/>
              </a:path>
            </a:pathLst>
          </a:custGeom>
          <a:solidFill>
            <a:srgbClr val="18181A"/>
          </a:solidFill>
        </p:spPr>
        <p:txBody>
          <a:bodyPr wrap="square" lIns="0" tIns="0" rIns="0" bIns="0" rtlCol="0"/>
          <a:lstStyle/>
          <a:p>
            <a:endParaRPr/>
          </a:p>
        </p:txBody>
      </p:sp>
      <p:pic>
        <p:nvPicPr>
          <p:cNvPr id="23" name="object 23"/>
          <p:cNvPicPr/>
          <p:nvPr/>
        </p:nvPicPr>
        <p:blipFill>
          <a:blip r:embed="rId2" cstate="print"/>
          <a:stretch>
            <a:fillRect/>
          </a:stretch>
        </p:blipFill>
        <p:spPr>
          <a:xfrm>
            <a:off x="9595802" y="2208631"/>
            <a:ext cx="5895974" cy="5891657"/>
          </a:xfrm>
          <a:prstGeom prst="rect">
            <a:avLst/>
          </a:prstGeom>
        </p:spPr>
      </p:pic>
      <p:sp>
        <p:nvSpPr>
          <p:cNvPr id="24" name="object 24"/>
          <p:cNvSpPr txBox="1">
            <a:spLocks noGrp="1"/>
          </p:cNvSpPr>
          <p:nvPr>
            <p:ph type="title"/>
          </p:nvPr>
        </p:nvSpPr>
        <p:spPr>
          <a:prstGeom prst="rect">
            <a:avLst/>
          </a:prstGeom>
        </p:spPr>
        <p:txBody>
          <a:bodyPr vert="horz" wrap="square" lIns="0" tIns="12065" rIns="0" bIns="0" rtlCol="0">
            <a:spAutoFit/>
          </a:bodyPr>
          <a:lstStyle/>
          <a:p>
            <a:pPr marL="64769">
              <a:lnSpc>
                <a:spcPct val="100000"/>
              </a:lnSpc>
              <a:spcBef>
                <a:spcPts val="95"/>
              </a:spcBef>
            </a:pPr>
            <a:r>
              <a:rPr sz="4200" spc="-385" dirty="0"/>
              <a:t>Data</a:t>
            </a:r>
            <a:r>
              <a:rPr sz="4200" spc="-459" dirty="0"/>
              <a:t> </a:t>
            </a:r>
            <a:r>
              <a:rPr sz="4200" spc="-275" dirty="0"/>
              <a:t>Sources</a:t>
            </a:r>
            <a:r>
              <a:rPr sz="4200" spc="-455" dirty="0"/>
              <a:t> </a:t>
            </a:r>
            <a:r>
              <a:rPr sz="4200" spc="-360" dirty="0"/>
              <a:t>and</a:t>
            </a:r>
            <a:r>
              <a:rPr sz="4200" spc="-455" dirty="0"/>
              <a:t> </a:t>
            </a:r>
            <a:r>
              <a:rPr sz="4200" spc="-355" dirty="0"/>
              <a:t>Features</a:t>
            </a:r>
            <a:endParaRPr sz="4200"/>
          </a:p>
        </p:txBody>
      </p:sp>
      <p:sp>
        <p:nvSpPr>
          <p:cNvPr id="27" name="object 27"/>
          <p:cNvSpPr txBox="1"/>
          <p:nvPr/>
        </p:nvSpPr>
        <p:spPr>
          <a:xfrm>
            <a:off x="1403259" y="4213402"/>
            <a:ext cx="7064991" cy="1859483"/>
          </a:xfrm>
          <a:prstGeom prst="rect">
            <a:avLst/>
          </a:prstGeom>
        </p:spPr>
        <p:txBody>
          <a:bodyPr vert="horz" wrap="square" lIns="0" tIns="12700" rIns="0" bIns="0" rtlCol="0">
            <a:spAutoFit/>
          </a:bodyPr>
          <a:lstStyle/>
          <a:p>
            <a:pPr marL="12700" marR="5080" indent="480695" algn="ctr">
              <a:lnSpc>
                <a:spcPct val="99800"/>
              </a:lnSpc>
              <a:spcBef>
                <a:spcPts val="100"/>
              </a:spcBef>
              <a:tabLst>
                <a:tab pos="3622675" algn="l"/>
                <a:tab pos="5716905" algn="l"/>
              </a:tabLst>
            </a:pPr>
            <a:r>
              <a:rPr lang="en-US" sz="2400" spc="-50" dirty="0">
                <a:solidFill>
                  <a:srgbClr val="18181A"/>
                </a:solidFill>
                <a:latin typeface="Verdana"/>
                <a:cs typeface="Verdana"/>
              </a:rPr>
              <a:t>The</a:t>
            </a:r>
            <a:r>
              <a:rPr lang="en-US" sz="2400" spc="-295" dirty="0">
                <a:solidFill>
                  <a:srgbClr val="18181A"/>
                </a:solidFill>
                <a:latin typeface="Verdana"/>
                <a:cs typeface="Verdana"/>
              </a:rPr>
              <a:t> </a:t>
            </a:r>
            <a:r>
              <a:rPr lang="en-US" sz="2400" spc="-114" dirty="0">
                <a:solidFill>
                  <a:srgbClr val="18181A"/>
                </a:solidFill>
                <a:latin typeface="Verdana"/>
                <a:cs typeface="Verdana"/>
              </a:rPr>
              <a:t>AI</a:t>
            </a:r>
            <a:r>
              <a:rPr lang="en-US" sz="2400" spc="-295" dirty="0">
                <a:solidFill>
                  <a:srgbClr val="18181A"/>
                </a:solidFill>
                <a:latin typeface="Verdana"/>
                <a:cs typeface="Verdana"/>
              </a:rPr>
              <a:t> </a:t>
            </a:r>
            <a:r>
              <a:rPr lang="en-US" sz="2400" spc="-95" dirty="0">
                <a:solidFill>
                  <a:srgbClr val="18181A"/>
                </a:solidFill>
                <a:latin typeface="Verdana"/>
                <a:cs typeface="Verdana"/>
              </a:rPr>
              <a:t>model</a:t>
            </a:r>
            <a:r>
              <a:rPr lang="en-US" sz="2400" spc="-295" dirty="0">
                <a:solidFill>
                  <a:srgbClr val="18181A"/>
                </a:solidFill>
                <a:latin typeface="Verdana"/>
                <a:cs typeface="Verdana"/>
              </a:rPr>
              <a:t> </a:t>
            </a:r>
            <a:r>
              <a:rPr lang="en-US" sz="2400" spc="-95" dirty="0">
                <a:solidFill>
                  <a:srgbClr val="18181A"/>
                </a:solidFill>
                <a:latin typeface="Verdana"/>
                <a:cs typeface="Verdana"/>
              </a:rPr>
              <a:t>utilizes</a:t>
            </a:r>
            <a:r>
              <a:rPr lang="en-US" sz="2400" spc="-295" dirty="0">
                <a:solidFill>
                  <a:srgbClr val="18181A"/>
                </a:solidFill>
                <a:latin typeface="Verdana"/>
                <a:cs typeface="Verdana"/>
              </a:rPr>
              <a:t> </a:t>
            </a:r>
            <a:r>
              <a:rPr lang="en-US" sz="2400" spc="-95" dirty="0">
                <a:solidFill>
                  <a:srgbClr val="18181A"/>
                </a:solidFill>
                <a:latin typeface="Verdana"/>
                <a:cs typeface="Verdana"/>
              </a:rPr>
              <a:t>diverse</a:t>
            </a:r>
            <a:r>
              <a:rPr lang="en-US" sz="2400" spc="-295" dirty="0">
                <a:solidFill>
                  <a:srgbClr val="18181A"/>
                </a:solidFill>
                <a:latin typeface="Verdana"/>
                <a:cs typeface="Verdana"/>
              </a:rPr>
              <a:t> </a:t>
            </a:r>
            <a:r>
              <a:rPr lang="en-US" sz="2400" spc="-110" dirty="0">
                <a:solidFill>
                  <a:srgbClr val="18181A"/>
                </a:solidFill>
                <a:latin typeface="Verdana"/>
                <a:cs typeface="Verdana"/>
              </a:rPr>
              <a:t>data</a:t>
            </a:r>
            <a:r>
              <a:rPr lang="en-US" sz="2400" spc="-295" dirty="0">
                <a:solidFill>
                  <a:srgbClr val="18181A"/>
                </a:solidFill>
                <a:latin typeface="Verdana"/>
                <a:cs typeface="Verdana"/>
              </a:rPr>
              <a:t> </a:t>
            </a:r>
            <a:r>
              <a:rPr lang="en-US" sz="2400" spc="-70" dirty="0">
                <a:solidFill>
                  <a:srgbClr val="18181A"/>
                </a:solidFill>
                <a:latin typeface="Verdana"/>
                <a:cs typeface="Verdana"/>
              </a:rPr>
              <a:t>sources, </a:t>
            </a:r>
            <a:r>
              <a:rPr lang="en-US" sz="2400" spc="-10" dirty="0">
                <a:solidFill>
                  <a:srgbClr val="18181A"/>
                </a:solidFill>
                <a:latin typeface="Verdana"/>
                <a:cs typeface="Verdana"/>
              </a:rPr>
              <a:t>including </a:t>
            </a:r>
            <a:r>
              <a:rPr lang="en-US" sz="2400" b="1" spc="-10" dirty="0">
                <a:solidFill>
                  <a:srgbClr val="18181A"/>
                </a:solidFill>
                <a:latin typeface="Verdana"/>
                <a:cs typeface="Verdana"/>
              </a:rPr>
              <a:t>medical records </a:t>
            </a:r>
            <a:r>
              <a:rPr lang="en-US" sz="2400" spc="-114" dirty="0">
                <a:solidFill>
                  <a:srgbClr val="18181A"/>
                </a:solidFill>
                <a:latin typeface="Verdana"/>
                <a:cs typeface="Verdana"/>
              </a:rPr>
              <a:t>imaging</a:t>
            </a:r>
            <a:r>
              <a:rPr lang="en-US" sz="2400" spc="-305" dirty="0">
                <a:solidFill>
                  <a:srgbClr val="18181A"/>
                </a:solidFill>
                <a:latin typeface="Verdana"/>
                <a:cs typeface="Verdana"/>
              </a:rPr>
              <a:t> </a:t>
            </a:r>
            <a:r>
              <a:rPr lang="en-US" sz="2400" spc="-165" dirty="0">
                <a:solidFill>
                  <a:srgbClr val="18181A"/>
                </a:solidFill>
                <a:latin typeface="Verdana"/>
                <a:cs typeface="Verdana"/>
              </a:rPr>
              <a:t>data,</a:t>
            </a:r>
            <a:r>
              <a:rPr lang="en-US" sz="2400" spc="-310" dirty="0">
                <a:solidFill>
                  <a:srgbClr val="18181A"/>
                </a:solidFill>
                <a:latin typeface="Verdana"/>
                <a:cs typeface="Verdana"/>
              </a:rPr>
              <a:t> </a:t>
            </a:r>
            <a:r>
              <a:rPr lang="en-US" sz="2400" spc="-25" dirty="0">
                <a:solidFill>
                  <a:srgbClr val="18181A"/>
                </a:solidFill>
                <a:latin typeface="Verdana"/>
                <a:cs typeface="Verdana"/>
              </a:rPr>
              <a:t>and </a:t>
            </a:r>
            <a:r>
              <a:rPr lang="en-US" sz="2400" spc="-70" dirty="0">
                <a:solidFill>
                  <a:srgbClr val="18181A"/>
                </a:solidFill>
                <a:latin typeface="Verdana"/>
                <a:cs typeface="Verdana"/>
              </a:rPr>
              <a:t>genetic</a:t>
            </a:r>
            <a:r>
              <a:rPr lang="en-US" sz="2400" spc="-300" dirty="0">
                <a:solidFill>
                  <a:srgbClr val="18181A"/>
                </a:solidFill>
                <a:latin typeface="Verdana"/>
                <a:cs typeface="Verdana"/>
              </a:rPr>
              <a:t> </a:t>
            </a:r>
            <a:r>
              <a:rPr lang="en-US" sz="2400" spc="-125" dirty="0">
                <a:solidFill>
                  <a:srgbClr val="18181A"/>
                </a:solidFill>
                <a:latin typeface="Verdana"/>
                <a:cs typeface="Verdana"/>
              </a:rPr>
              <a:t>information.</a:t>
            </a:r>
            <a:r>
              <a:rPr lang="en-US" sz="2400" spc="-295" dirty="0">
                <a:solidFill>
                  <a:srgbClr val="18181A"/>
                </a:solidFill>
                <a:latin typeface="Verdana"/>
                <a:cs typeface="Verdana"/>
              </a:rPr>
              <a:t> </a:t>
            </a:r>
            <a:r>
              <a:rPr lang="en-US" sz="2400" spc="-120" dirty="0">
                <a:solidFill>
                  <a:srgbClr val="18181A"/>
                </a:solidFill>
                <a:latin typeface="Verdana"/>
                <a:cs typeface="Verdana"/>
              </a:rPr>
              <a:t>Key</a:t>
            </a:r>
            <a:r>
              <a:rPr lang="en-US" sz="2400" spc="-300" dirty="0">
                <a:solidFill>
                  <a:srgbClr val="18181A"/>
                </a:solidFill>
                <a:latin typeface="Verdana"/>
                <a:cs typeface="Verdana"/>
              </a:rPr>
              <a:t> </a:t>
            </a:r>
            <a:r>
              <a:rPr lang="en-US" sz="2400" spc="-85" dirty="0">
                <a:solidFill>
                  <a:srgbClr val="18181A"/>
                </a:solidFill>
                <a:latin typeface="Verdana"/>
                <a:cs typeface="Verdana"/>
              </a:rPr>
              <a:t>features</a:t>
            </a:r>
            <a:r>
              <a:rPr lang="en-US" sz="2400" spc="-295" dirty="0">
                <a:solidFill>
                  <a:srgbClr val="18181A"/>
                </a:solidFill>
                <a:latin typeface="Verdana"/>
                <a:cs typeface="Verdana"/>
              </a:rPr>
              <a:t> </a:t>
            </a:r>
            <a:r>
              <a:rPr lang="en-US" sz="2400" spc="-70" dirty="0">
                <a:solidFill>
                  <a:srgbClr val="18181A"/>
                </a:solidFill>
                <a:latin typeface="Verdana"/>
                <a:cs typeface="Verdana"/>
              </a:rPr>
              <a:t>such</a:t>
            </a:r>
            <a:r>
              <a:rPr lang="en-US" sz="2400" spc="-300" dirty="0">
                <a:solidFill>
                  <a:srgbClr val="18181A"/>
                </a:solidFill>
                <a:latin typeface="Verdana"/>
                <a:cs typeface="Verdana"/>
              </a:rPr>
              <a:t> </a:t>
            </a:r>
            <a:r>
              <a:rPr lang="en-US" sz="2400" spc="-85" dirty="0">
                <a:solidFill>
                  <a:srgbClr val="18181A"/>
                </a:solidFill>
                <a:latin typeface="Verdana"/>
                <a:cs typeface="Verdana"/>
              </a:rPr>
              <a:t>as</a:t>
            </a:r>
            <a:r>
              <a:rPr lang="en-US" sz="2400" spc="-295" dirty="0">
                <a:solidFill>
                  <a:srgbClr val="18181A"/>
                </a:solidFill>
                <a:latin typeface="Verdana"/>
                <a:cs typeface="Verdana"/>
              </a:rPr>
              <a:t> </a:t>
            </a:r>
            <a:r>
              <a:rPr lang="en-US" sz="2400" spc="-95" dirty="0">
                <a:solidFill>
                  <a:srgbClr val="18181A"/>
                </a:solidFill>
                <a:latin typeface="Verdana"/>
                <a:cs typeface="Verdana"/>
              </a:rPr>
              <a:t>age, </a:t>
            </a:r>
            <a:r>
              <a:rPr lang="en-US" sz="2400" spc="-110" dirty="0">
                <a:solidFill>
                  <a:srgbClr val="18181A"/>
                </a:solidFill>
                <a:latin typeface="Verdana"/>
                <a:cs typeface="Verdana"/>
              </a:rPr>
              <a:t>family</a:t>
            </a:r>
            <a:r>
              <a:rPr lang="en-US" sz="2400" spc="-295" dirty="0">
                <a:solidFill>
                  <a:srgbClr val="18181A"/>
                </a:solidFill>
                <a:latin typeface="Verdana"/>
                <a:cs typeface="Verdana"/>
              </a:rPr>
              <a:t> </a:t>
            </a:r>
            <a:r>
              <a:rPr lang="en-US" sz="2400" spc="-155" dirty="0">
                <a:solidFill>
                  <a:srgbClr val="18181A"/>
                </a:solidFill>
                <a:latin typeface="Verdana"/>
                <a:cs typeface="Verdana"/>
              </a:rPr>
              <a:t>history,</a:t>
            </a:r>
            <a:r>
              <a:rPr lang="en-US" sz="2400" spc="-295" dirty="0">
                <a:solidFill>
                  <a:srgbClr val="18181A"/>
                </a:solidFill>
                <a:latin typeface="Verdana"/>
                <a:cs typeface="Verdana"/>
              </a:rPr>
              <a:t> </a:t>
            </a:r>
            <a:r>
              <a:rPr lang="en-US" sz="2400" spc="-25" dirty="0">
                <a:solidFill>
                  <a:srgbClr val="18181A"/>
                </a:solidFill>
                <a:latin typeface="Verdana"/>
                <a:cs typeface="Verdana"/>
              </a:rPr>
              <a:t>and </a:t>
            </a:r>
            <a:r>
              <a:rPr lang="en-US" sz="2400" b="1" spc="-25" dirty="0">
                <a:solidFill>
                  <a:srgbClr val="18181A"/>
                </a:solidFill>
                <a:latin typeface="Verdana"/>
                <a:cs typeface="Verdana"/>
              </a:rPr>
              <a:t>tumor characteristics</a:t>
            </a:r>
            <a:r>
              <a:rPr lang="en-US" sz="2400" spc="-25" dirty="0">
                <a:solidFill>
                  <a:srgbClr val="18181A"/>
                </a:solidFill>
                <a:latin typeface="Verdana"/>
                <a:cs typeface="Verdana"/>
              </a:rPr>
              <a:t> </a:t>
            </a:r>
            <a:r>
              <a:rPr lang="en-US" sz="2400" dirty="0">
                <a:solidFill>
                  <a:srgbClr val="18181A"/>
                </a:solidFill>
                <a:latin typeface="Verdana"/>
                <a:cs typeface="Verdana"/>
              </a:rPr>
              <a:t>a</a:t>
            </a:r>
            <a:r>
              <a:rPr lang="en-US" sz="2400" spc="-25" dirty="0">
                <a:solidFill>
                  <a:srgbClr val="18181A"/>
                </a:solidFill>
                <a:latin typeface="Verdana"/>
                <a:cs typeface="Verdana"/>
              </a:rPr>
              <a:t>re</a:t>
            </a:r>
            <a:endParaRPr lang="en-US" sz="2400" dirty="0">
              <a:latin typeface="Verdana"/>
              <a:cs typeface="Verdana"/>
            </a:endParaRPr>
          </a:p>
          <a:p>
            <a:pPr marR="5080" algn="ctr">
              <a:lnSpc>
                <a:spcPct val="100000"/>
              </a:lnSpc>
              <a:spcBef>
                <a:spcPts val="45"/>
              </a:spcBef>
            </a:pPr>
            <a:r>
              <a:rPr lang="en-US" sz="2400" spc="-80" dirty="0">
                <a:solidFill>
                  <a:srgbClr val="18181A"/>
                </a:solidFill>
                <a:latin typeface="Verdana"/>
                <a:cs typeface="Verdana"/>
              </a:rPr>
              <a:t>crucial</a:t>
            </a:r>
            <a:r>
              <a:rPr lang="en-US" sz="2400" spc="-285" dirty="0">
                <a:solidFill>
                  <a:srgbClr val="18181A"/>
                </a:solidFill>
                <a:latin typeface="Verdana"/>
                <a:cs typeface="Verdana"/>
              </a:rPr>
              <a:t> </a:t>
            </a:r>
            <a:r>
              <a:rPr lang="en-US" sz="2400" spc="-55" dirty="0">
                <a:solidFill>
                  <a:srgbClr val="18181A"/>
                </a:solidFill>
                <a:latin typeface="Verdana"/>
                <a:cs typeface="Verdana"/>
              </a:rPr>
              <a:t>for</a:t>
            </a:r>
            <a:r>
              <a:rPr lang="en-US" sz="2400" spc="-280" dirty="0">
                <a:solidFill>
                  <a:srgbClr val="18181A"/>
                </a:solidFill>
                <a:latin typeface="Verdana"/>
                <a:cs typeface="Verdana"/>
              </a:rPr>
              <a:t> </a:t>
            </a:r>
            <a:r>
              <a:rPr lang="en-US" sz="2400" spc="-120" dirty="0">
                <a:solidFill>
                  <a:srgbClr val="18181A"/>
                </a:solidFill>
                <a:latin typeface="Verdana"/>
                <a:cs typeface="Verdana"/>
              </a:rPr>
              <a:t>improving</a:t>
            </a:r>
            <a:r>
              <a:rPr lang="en-US" sz="2400" spc="-280" dirty="0">
                <a:solidFill>
                  <a:srgbClr val="18181A"/>
                </a:solidFill>
                <a:latin typeface="Verdana"/>
                <a:cs typeface="Verdana"/>
              </a:rPr>
              <a:t> </a:t>
            </a:r>
            <a:r>
              <a:rPr lang="en-US" sz="2400" spc="-75" dirty="0">
                <a:solidFill>
                  <a:srgbClr val="18181A"/>
                </a:solidFill>
                <a:latin typeface="Verdana"/>
                <a:cs typeface="Verdana"/>
              </a:rPr>
              <a:t>prediction</a:t>
            </a:r>
            <a:r>
              <a:rPr lang="en-US" sz="2400" spc="-280" dirty="0">
                <a:solidFill>
                  <a:srgbClr val="18181A"/>
                </a:solidFill>
                <a:latin typeface="Verdana"/>
                <a:cs typeface="Verdana"/>
              </a:rPr>
              <a:t> </a:t>
            </a:r>
            <a:r>
              <a:rPr lang="en-US" sz="2400" spc="-10" dirty="0">
                <a:solidFill>
                  <a:srgbClr val="18181A"/>
                </a:solidFill>
                <a:latin typeface="Verdana"/>
                <a:cs typeface="Verdana"/>
              </a:rPr>
              <a:t>accuracy</a:t>
            </a:r>
            <a:r>
              <a:rPr sz="2400" spc="-10" dirty="0">
                <a:solidFill>
                  <a:srgbClr val="18181A"/>
                </a:solidFill>
                <a:latin typeface="Verdana"/>
                <a:cs typeface="Verdana"/>
              </a:rPr>
              <a:t>.</a:t>
            </a:r>
            <a:endParaRPr sz="2400" dirty="0">
              <a:latin typeface="Verdana"/>
              <a:cs typeface="Verdana"/>
            </a:endParaRPr>
          </a:p>
        </p:txBody>
      </p:sp>
      <p:sp>
        <p:nvSpPr>
          <p:cNvPr id="25" name="object 24">
            <a:extLst>
              <a:ext uri="{FF2B5EF4-FFF2-40B4-BE49-F238E27FC236}">
                <a16:creationId xmlns:a16="http://schemas.microsoft.com/office/drawing/2014/main" id="{C83EB588-5337-5AF0-629E-C7163905F207}"/>
              </a:ext>
            </a:extLst>
          </p:cNvPr>
          <p:cNvSpPr/>
          <p:nvPr/>
        </p:nvSpPr>
        <p:spPr>
          <a:xfrm>
            <a:off x="14125716" y="161252"/>
            <a:ext cx="1548130" cy="1525270"/>
          </a:xfrm>
          <a:custGeom>
            <a:avLst/>
            <a:gdLst/>
            <a:ahLst/>
            <a:cxnLst/>
            <a:rect l="l" t="t" r="r" b="b"/>
            <a:pathLst>
              <a:path w="1548130" h="1525270">
                <a:moveTo>
                  <a:pt x="773931" y="1524929"/>
                </a:moveTo>
                <a:lnTo>
                  <a:pt x="0" y="1524929"/>
                </a:lnTo>
                <a:lnTo>
                  <a:pt x="0" y="0"/>
                </a:lnTo>
                <a:lnTo>
                  <a:pt x="1547863" y="0"/>
                </a:lnTo>
                <a:lnTo>
                  <a:pt x="1547863" y="1524929"/>
                </a:lnTo>
                <a:lnTo>
                  <a:pt x="773931" y="1524929"/>
                </a:lnTo>
                <a:close/>
              </a:path>
            </a:pathLst>
          </a:custGeom>
          <a:ln w="38159">
            <a:solidFill>
              <a:srgbClr val="FFFFFF"/>
            </a:solidFill>
          </a:ln>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8158"/>
            <a:ext cx="18326735" cy="9434195"/>
            <a:chOff x="0" y="-38158"/>
            <a:chExt cx="18326735" cy="9434195"/>
          </a:xfrm>
        </p:grpSpPr>
        <p:sp>
          <p:nvSpPr>
            <p:cNvPr id="3" name="object 3"/>
            <p:cNvSpPr/>
            <p:nvPr/>
          </p:nvSpPr>
          <p:spPr>
            <a:xfrm>
              <a:off x="0" y="889914"/>
              <a:ext cx="17078325" cy="8506460"/>
            </a:xfrm>
            <a:custGeom>
              <a:avLst/>
              <a:gdLst/>
              <a:ahLst/>
              <a:cxnLst/>
              <a:rect l="l" t="t" r="r" b="b"/>
              <a:pathLst>
                <a:path w="17078325" h="8506460">
                  <a:moveTo>
                    <a:pt x="17078325" y="0"/>
                  </a:moveTo>
                  <a:lnTo>
                    <a:pt x="0" y="0"/>
                  </a:lnTo>
                  <a:lnTo>
                    <a:pt x="0" y="8505980"/>
                  </a:lnTo>
                  <a:lnTo>
                    <a:pt x="8539162" y="8505980"/>
                  </a:lnTo>
                  <a:lnTo>
                    <a:pt x="17078325" y="8505980"/>
                  </a:lnTo>
                  <a:lnTo>
                    <a:pt x="17078325" y="0"/>
                  </a:lnTo>
                  <a:close/>
                </a:path>
              </a:pathLst>
            </a:custGeom>
            <a:solidFill>
              <a:srgbClr val="FFFFFF"/>
            </a:solidFill>
          </p:spPr>
          <p:txBody>
            <a:bodyPr wrap="square" lIns="0" tIns="0" rIns="0" bIns="0" rtlCol="0"/>
            <a:lstStyle/>
            <a:p>
              <a:endParaRPr/>
            </a:p>
          </p:txBody>
        </p:sp>
        <p:sp>
          <p:nvSpPr>
            <p:cNvPr id="4" name="object 4"/>
            <p:cNvSpPr/>
            <p:nvPr/>
          </p:nvSpPr>
          <p:spPr>
            <a:xfrm>
              <a:off x="17079086" y="9123841"/>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29282C"/>
            </a:solidFill>
          </p:spPr>
          <p:txBody>
            <a:bodyPr wrap="square" lIns="0" tIns="0" rIns="0" bIns="0" rtlCol="0"/>
            <a:lstStyle/>
            <a:p>
              <a:endParaRPr/>
            </a:p>
          </p:txBody>
        </p:sp>
        <p:sp>
          <p:nvSpPr>
            <p:cNvPr id="5" name="object 5"/>
            <p:cNvSpPr/>
            <p:nvPr/>
          </p:nvSpPr>
          <p:spPr>
            <a:xfrm>
              <a:off x="17079086" y="8475840"/>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575259"/>
            </a:solidFill>
          </p:spPr>
          <p:txBody>
            <a:bodyPr wrap="square" lIns="0" tIns="0" rIns="0" bIns="0" rtlCol="0"/>
            <a:lstStyle/>
            <a:p>
              <a:endParaRPr/>
            </a:p>
          </p:txBody>
        </p:sp>
        <p:sp>
          <p:nvSpPr>
            <p:cNvPr id="6" name="object 6"/>
            <p:cNvSpPr/>
            <p:nvPr/>
          </p:nvSpPr>
          <p:spPr>
            <a:xfrm>
              <a:off x="17079086" y="7828559"/>
              <a:ext cx="1208405" cy="266700"/>
            </a:xfrm>
            <a:custGeom>
              <a:avLst/>
              <a:gdLst/>
              <a:ahLst/>
              <a:cxnLst/>
              <a:rect l="l" t="t" r="r" b="b"/>
              <a:pathLst>
                <a:path w="1208405" h="266700">
                  <a:moveTo>
                    <a:pt x="1208023" y="266699"/>
                  </a:moveTo>
                  <a:lnTo>
                    <a:pt x="0" y="266699"/>
                  </a:lnTo>
                  <a:lnTo>
                    <a:pt x="0" y="0"/>
                  </a:lnTo>
                  <a:lnTo>
                    <a:pt x="1208023" y="0"/>
                  </a:lnTo>
                  <a:lnTo>
                    <a:pt x="1208023" y="266699"/>
                  </a:lnTo>
                  <a:close/>
                </a:path>
              </a:pathLst>
            </a:custGeom>
            <a:solidFill>
              <a:srgbClr val="86808A"/>
            </a:solidFill>
          </p:spPr>
          <p:txBody>
            <a:bodyPr wrap="square" lIns="0" tIns="0" rIns="0" bIns="0" rtlCol="0"/>
            <a:lstStyle/>
            <a:p>
              <a:endParaRPr/>
            </a:p>
          </p:txBody>
        </p:sp>
        <p:sp>
          <p:nvSpPr>
            <p:cNvPr id="7" name="object 7"/>
            <p:cNvSpPr/>
            <p:nvPr/>
          </p:nvSpPr>
          <p:spPr>
            <a:xfrm>
              <a:off x="17392336" y="0"/>
              <a:ext cx="895985" cy="3688079"/>
            </a:xfrm>
            <a:custGeom>
              <a:avLst/>
              <a:gdLst/>
              <a:ahLst/>
              <a:cxnLst/>
              <a:rect l="l" t="t" r="r" b="b"/>
              <a:pathLst>
                <a:path w="895984" h="3688079">
                  <a:moveTo>
                    <a:pt x="895675" y="3687732"/>
                  </a:moveTo>
                  <a:lnTo>
                    <a:pt x="0" y="3687732"/>
                  </a:lnTo>
                  <a:lnTo>
                    <a:pt x="0" y="0"/>
                  </a:lnTo>
                </a:path>
              </a:pathLst>
            </a:custGeom>
            <a:ln w="76316">
              <a:solidFill>
                <a:srgbClr val="FFB700"/>
              </a:solidFill>
            </a:ln>
          </p:spPr>
          <p:txBody>
            <a:bodyPr wrap="square" lIns="0" tIns="0" rIns="0" bIns="0" rtlCol="0"/>
            <a:lstStyle/>
            <a:p>
              <a:endParaRPr/>
            </a:p>
          </p:txBody>
        </p:sp>
      </p:grpSp>
      <p:grpSp>
        <p:nvGrpSpPr>
          <p:cNvPr id="8" name="object 8"/>
          <p:cNvGrpSpPr/>
          <p:nvPr/>
        </p:nvGrpSpPr>
        <p:grpSpPr>
          <a:xfrm>
            <a:off x="1169279" y="9544316"/>
            <a:ext cx="1590040" cy="394970"/>
            <a:chOff x="1169279" y="9544316"/>
            <a:chExt cx="1590040" cy="394970"/>
          </a:xfrm>
        </p:grpSpPr>
        <p:sp>
          <p:nvSpPr>
            <p:cNvPr id="9" name="object 9"/>
            <p:cNvSpPr/>
            <p:nvPr/>
          </p:nvSpPr>
          <p:spPr>
            <a:xfrm>
              <a:off x="1178640" y="9553676"/>
              <a:ext cx="224790" cy="375920"/>
            </a:xfrm>
            <a:custGeom>
              <a:avLst/>
              <a:gdLst/>
              <a:ahLst/>
              <a:cxnLst/>
              <a:rect l="l" t="t" r="r" b="b"/>
              <a:pathLst>
                <a:path w="224790" h="375920">
                  <a:moveTo>
                    <a:pt x="224621" y="0"/>
                  </a:moveTo>
                  <a:lnTo>
                    <a:pt x="191512" y="0"/>
                  </a:lnTo>
                  <a:lnTo>
                    <a:pt x="0" y="375826"/>
                  </a:lnTo>
                  <a:lnTo>
                    <a:pt x="32393" y="375826"/>
                  </a:lnTo>
                  <a:lnTo>
                    <a:pt x="224621" y="0"/>
                  </a:lnTo>
                  <a:close/>
                </a:path>
              </a:pathLst>
            </a:custGeom>
            <a:solidFill>
              <a:srgbClr val="18181A"/>
            </a:solidFill>
          </p:spPr>
          <p:txBody>
            <a:bodyPr wrap="square" lIns="0" tIns="0" rIns="0" bIns="0" rtlCol="0"/>
            <a:lstStyle/>
            <a:p>
              <a:endParaRPr/>
            </a:p>
          </p:txBody>
        </p:sp>
        <p:sp>
          <p:nvSpPr>
            <p:cNvPr id="10" name="object 10"/>
            <p:cNvSpPr/>
            <p:nvPr/>
          </p:nvSpPr>
          <p:spPr>
            <a:xfrm>
              <a:off x="1178639" y="9553676"/>
              <a:ext cx="224790" cy="375920"/>
            </a:xfrm>
            <a:custGeom>
              <a:avLst/>
              <a:gdLst/>
              <a:ahLst/>
              <a:cxnLst/>
              <a:rect l="l" t="t" r="r" b="b"/>
              <a:pathLst>
                <a:path w="224790" h="375920">
                  <a:moveTo>
                    <a:pt x="0" y="375827"/>
                  </a:moveTo>
                  <a:lnTo>
                    <a:pt x="191512" y="0"/>
                  </a:lnTo>
                  <a:lnTo>
                    <a:pt x="224620" y="0"/>
                  </a:lnTo>
                  <a:lnTo>
                    <a:pt x="32394" y="375827"/>
                  </a:lnTo>
                  <a:lnTo>
                    <a:pt x="0" y="375827"/>
                  </a:lnTo>
                  <a:close/>
                </a:path>
              </a:pathLst>
            </a:custGeom>
            <a:ln w="18718">
              <a:solidFill>
                <a:srgbClr val="18181A"/>
              </a:solidFill>
            </a:ln>
          </p:spPr>
          <p:txBody>
            <a:bodyPr wrap="square" lIns="0" tIns="0" rIns="0" bIns="0" rtlCol="0"/>
            <a:lstStyle/>
            <a:p>
              <a:endParaRPr/>
            </a:p>
          </p:txBody>
        </p:sp>
        <p:sp>
          <p:nvSpPr>
            <p:cNvPr id="11" name="object 11"/>
            <p:cNvSpPr/>
            <p:nvPr/>
          </p:nvSpPr>
          <p:spPr>
            <a:xfrm>
              <a:off x="1403261" y="9553676"/>
              <a:ext cx="224790" cy="375920"/>
            </a:xfrm>
            <a:custGeom>
              <a:avLst/>
              <a:gdLst/>
              <a:ahLst/>
              <a:cxnLst/>
              <a:rect l="l" t="t" r="r" b="b"/>
              <a:pathLst>
                <a:path w="224789" h="375920">
                  <a:moveTo>
                    <a:pt x="224624" y="0"/>
                  </a:moveTo>
                  <a:lnTo>
                    <a:pt x="191503" y="0"/>
                  </a:lnTo>
                  <a:lnTo>
                    <a:pt x="0" y="375826"/>
                  </a:lnTo>
                  <a:lnTo>
                    <a:pt x="32397" y="375826"/>
                  </a:lnTo>
                  <a:lnTo>
                    <a:pt x="224624" y="0"/>
                  </a:lnTo>
                  <a:close/>
                </a:path>
              </a:pathLst>
            </a:custGeom>
            <a:solidFill>
              <a:srgbClr val="18181A"/>
            </a:solidFill>
          </p:spPr>
          <p:txBody>
            <a:bodyPr wrap="square" lIns="0" tIns="0" rIns="0" bIns="0" rtlCol="0"/>
            <a:lstStyle/>
            <a:p>
              <a:endParaRPr/>
            </a:p>
          </p:txBody>
        </p:sp>
        <p:sp>
          <p:nvSpPr>
            <p:cNvPr id="12" name="object 12"/>
            <p:cNvSpPr/>
            <p:nvPr/>
          </p:nvSpPr>
          <p:spPr>
            <a:xfrm>
              <a:off x="1403259" y="9553676"/>
              <a:ext cx="224790" cy="375920"/>
            </a:xfrm>
            <a:custGeom>
              <a:avLst/>
              <a:gdLst/>
              <a:ahLst/>
              <a:cxnLst/>
              <a:rect l="l" t="t" r="r" b="b"/>
              <a:pathLst>
                <a:path w="224789" h="375920">
                  <a:moveTo>
                    <a:pt x="0" y="375827"/>
                  </a:moveTo>
                  <a:lnTo>
                    <a:pt x="191512"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sp>
          <p:nvSpPr>
            <p:cNvPr id="13" name="object 13"/>
            <p:cNvSpPr/>
            <p:nvPr/>
          </p:nvSpPr>
          <p:spPr>
            <a:xfrm>
              <a:off x="1627162" y="9553676"/>
              <a:ext cx="224790" cy="375920"/>
            </a:xfrm>
            <a:custGeom>
              <a:avLst/>
              <a:gdLst/>
              <a:ahLst/>
              <a:cxnLst/>
              <a:rect l="l" t="t" r="r" b="b"/>
              <a:pathLst>
                <a:path w="224789" h="375920">
                  <a:moveTo>
                    <a:pt x="224624" y="0"/>
                  </a:moveTo>
                  <a:lnTo>
                    <a:pt x="191503" y="0"/>
                  </a:lnTo>
                  <a:lnTo>
                    <a:pt x="0" y="375826"/>
                  </a:lnTo>
                  <a:lnTo>
                    <a:pt x="32397" y="375826"/>
                  </a:lnTo>
                  <a:lnTo>
                    <a:pt x="224624" y="0"/>
                  </a:lnTo>
                  <a:close/>
                </a:path>
              </a:pathLst>
            </a:custGeom>
            <a:solidFill>
              <a:srgbClr val="18181A"/>
            </a:solidFill>
          </p:spPr>
          <p:txBody>
            <a:bodyPr wrap="square" lIns="0" tIns="0" rIns="0" bIns="0" rtlCol="0"/>
            <a:lstStyle/>
            <a:p>
              <a:endParaRPr/>
            </a:p>
          </p:txBody>
        </p:sp>
        <p:sp>
          <p:nvSpPr>
            <p:cNvPr id="14" name="object 14"/>
            <p:cNvSpPr/>
            <p:nvPr/>
          </p:nvSpPr>
          <p:spPr>
            <a:xfrm>
              <a:off x="1627156" y="9553676"/>
              <a:ext cx="224790" cy="375920"/>
            </a:xfrm>
            <a:custGeom>
              <a:avLst/>
              <a:gdLst/>
              <a:ahLst/>
              <a:cxnLst/>
              <a:rect l="l" t="t" r="r" b="b"/>
              <a:pathLst>
                <a:path w="224789" h="375920">
                  <a:moveTo>
                    <a:pt x="0" y="375827"/>
                  </a:moveTo>
                  <a:lnTo>
                    <a:pt x="191512" y="0"/>
                  </a:lnTo>
                  <a:lnTo>
                    <a:pt x="224633" y="0"/>
                  </a:lnTo>
                  <a:lnTo>
                    <a:pt x="32409" y="375827"/>
                  </a:lnTo>
                  <a:lnTo>
                    <a:pt x="0" y="375827"/>
                  </a:lnTo>
                  <a:close/>
                </a:path>
              </a:pathLst>
            </a:custGeom>
            <a:ln w="18718">
              <a:solidFill>
                <a:srgbClr val="18181A"/>
              </a:solidFill>
            </a:ln>
          </p:spPr>
          <p:txBody>
            <a:bodyPr wrap="square" lIns="0" tIns="0" rIns="0" bIns="0" rtlCol="0"/>
            <a:lstStyle/>
            <a:p>
              <a:endParaRPr/>
            </a:p>
          </p:txBody>
        </p:sp>
        <p:sp>
          <p:nvSpPr>
            <p:cNvPr id="15" name="object 15"/>
            <p:cNvSpPr/>
            <p:nvPr/>
          </p:nvSpPr>
          <p:spPr>
            <a:xfrm>
              <a:off x="1851787" y="9553676"/>
              <a:ext cx="224790" cy="375920"/>
            </a:xfrm>
            <a:custGeom>
              <a:avLst/>
              <a:gdLst/>
              <a:ahLst/>
              <a:cxnLst/>
              <a:rect l="l" t="t" r="r" b="b"/>
              <a:pathLst>
                <a:path w="224789" h="375920">
                  <a:moveTo>
                    <a:pt x="224612" y="0"/>
                  </a:moveTo>
                  <a:lnTo>
                    <a:pt x="191503" y="0"/>
                  </a:lnTo>
                  <a:lnTo>
                    <a:pt x="0" y="375826"/>
                  </a:lnTo>
                  <a:lnTo>
                    <a:pt x="32397" y="375826"/>
                  </a:lnTo>
                  <a:lnTo>
                    <a:pt x="224612" y="0"/>
                  </a:lnTo>
                  <a:close/>
                </a:path>
              </a:pathLst>
            </a:custGeom>
            <a:solidFill>
              <a:srgbClr val="18181A"/>
            </a:solidFill>
          </p:spPr>
          <p:txBody>
            <a:bodyPr wrap="square" lIns="0" tIns="0" rIns="0" bIns="0" rtlCol="0"/>
            <a:lstStyle/>
            <a:p>
              <a:endParaRPr/>
            </a:p>
          </p:txBody>
        </p:sp>
        <p:sp>
          <p:nvSpPr>
            <p:cNvPr id="16" name="object 16"/>
            <p:cNvSpPr/>
            <p:nvPr/>
          </p:nvSpPr>
          <p:spPr>
            <a:xfrm>
              <a:off x="1851789" y="9553676"/>
              <a:ext cx="224790" cy="375920"/>
            </a:xfrm>
            <a:custGeom>
              <a:avLst/>
              <a:gdLst/>
              <a:ahLst/>
              <a:cxnLst/>
              <a:rect l="l" t="t" r="r" b="b"/>
              <a:pathLst>
                <a:path w="224789" h="375920">
                  <a:moveTo>
                    <a:pt x="0" y="375827"/>
                  </a:moveTo>
                  <a:lnTo>
                    <a:pt x="191499"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sp>
          <p:nvSpPr>
            <p:cNvPr id="17" name="object 17"/>
            <p:cNvSpPr/>
            <p:nvPr/>
          </p:nvSpPr>
          <p:spPr>
            <a:xfrm>
              <a:off x="2076399" y="9553676"/>
              <a:ext cx="224790" cy="375920"/>
            </a:xfrm>
            <a:custGeom>
              <a:avLst/>
              <a:gdLst/>
              <a:ahLst/>
              <a:cxnLst/>
              <a:rect l="l" t="t" r="r" b="b"/>
              <a:pathLst>
                <a:path w="224789" h="375920">
                  <a:moveTo>
                    <a:pt x="224637" y="0"/>
                  </a:moveTo>
                  <a:lnTo>
                    <a:pt x="191516" y="0"/>
                  </a:lnTo>
                  <a:lnTo>
                    <a:pt x="0" y="375826"/>
                  </a:lnTo>
                  <a:lnTo>
                    <a:pt x="32410" y="375826"/>
                  </a:lnTo>
                  <a:lnTo>
                    <a:pt x="224637" y="0"/>
                  </a:lnTo>
                  <a:close/>
                </a:path>
              </a:pathLst>
            </a:custGeom>
            <a:solidFill>
              <a:srgbClr val="18181A"/>
            </a:solidFill>
          </p:spPr>
          <p:txBody>
            <a:bodyPr wrap="square" lIns="0" tIns="0" rIns="0" bIns="0" rtlCol="0"/>
            <a:lstStyle/>
            <a:p>
              <a:endParaRPr/>
            </a:p>
          </p:txBody>
        </p:sp>
        <p:sp>
          <p:nvSpPr>
            <p:cNvPr id="18" name="object 18"/>
            <p:cNvSpPr/>
            <p:nvPr/>
          </p:nvSpPr>
          <p:spPr>
            <a:xfrm>
              <a:off x="2076410" y="9553676"/>
              <a:ext cx="224790" cy="375920"/>
            </a:xfrm>
            <a:custGeom>
              <a:avLst/>
              <a:gdLst/>
              <a:ahLst/>
              <a:cxnLst/>
              <a:rect l="l" t="t" r="r" b="b"/>
              <a:pathLst>
                <a:path w="224789" h="375920">
                  <a:moveTo>
                    <a:pt x="0" y="375827"/>
                  </a:moveTo>
                  <a:lnTo>
                    <a:pt x="191499"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sp>
          <p:nvSpPr>
            <p:cNvPr id="19" name="object 19"/>
            <p:cNvSpPr/>
            <p:nvPr/>
          </p:nvSpPr>
          <p:spPr>
            <a:xfrm>
              <a:off x="2300312" y="9553676"/>
              <a:ext cx="224790" cy="375920"/>
            </a:xfrm>
            <a:custGeom>
              <a:avLst/>
              <a:gdLst/>
              <a:ahLst/>
              <a:cxnLst/>
              <a:rect l="l" t="t" r="r" b="b"/>
              <a:pathLst>
                <a:path w="224789" h="375920">
                  <a:moveTo>
                    <a:pt x="224624" y="0"/>
                  </a:moveTo>
                  <a:lnTo>
                    <a:pt x="191503" y="0"/>
                  </a:lnTo>
                  <a:lnTo>
                    <a:pt x="0" y="375826"/>
                  </a:lnTo>
                  <a:lnTo>
                    <a:pt x="32397" y="375826"/>
                  </a:lnTo>
                  <a:lnTo>
                    <a:pt x="224624" y="0"/>
                  </a:lnTo>
                  <a:close/>
                </a:path>
              </a:pathLst>
            </a:custGeom>
            <a:solidFill>
              <a:srgbClr val="18181A"/>
            </a:solidFill>
          </p:spPr>
          <p:txBody>
            <a:bodyPr wrap="square" lIns="0" tIns="0" rIns="0" bIns="0" rtlCol="0"/>
            <a:lstStyle/>
            <a:p>
              <a:endParaRPr/>
            </a:p>
          </p:txBody>
        </p:sp>
        <p:sp>
          <p:nvSpPr>
            <p:cNvPr id="20" name="object 20"/>
            <p:cNvSpPr/>
            <p:nvPr/>
          </p:nvSpPr>
          <p:spPr>
            <a:xfrm>
              <a:off x="2300307" y="9553676"/>
              <a:ext cx="224790" cy="375920"/>
            </a:xfrm>
            <a:custGeom>
              <a:avLst/>
              <a:gdLst/>
              <a:ahLst/>
              <a:cxnLst/>
              <a:rect l="l" t="t" r="r" b="b"/>
              <a:pathLst>
                <a:path w="224789" h="375920">
                  <a:moveTo>
                    <a:pt x="0" y="375827"/>
                  </a:moveTo>
                  <a:lnTo>
                    <a:pt x="191512"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sp>
          <p:nvSpPr>
            <p:cNvPr id="21" name="object 21"/>
            <p:cNvSpPr/>
            <p:nvPr/>
          </p:nvSpPr>
          <p:spPr>
            <a:xfrm>
              <a:off x="2524937" y="9553676"/>
              <a:ext cx="224790" cy="375920"/>
            </a:xfrm>
            <a:custGeom>
              <a:avLst/>
              <a:gdLst/>
              <a:ahLst/>
              <a:cxnLst/>
              <a:rect l="l" t="t" r="r" b="b"/>
              <a:pathLst>
                <a:path w="224789" h="375920">
                  <a:moveTo>
                    <a:pt x="224612" y="0"/>
                  </a:moveTo>
                  <a:lnTo>
                    <a:pt x="191503" y="0"/>
                  </a:lnTo>
                  <a:lnTo>
                    <a:pt x="0" y="375826"/>
                  </a:lnTo>
                  <a:lnTo>
                    <a:pt x="32385" y="375826"/>
                  </a:lnTo>
                  <a:lnTo>
                    <a:pt x="224612" y="0"/>
                  </a:lnTo>
                  <a:close/>
                </a:path>
              </a:pathLst>
            </a:custGeom>
            <a:solidFill>
              <a:srgbClr val="18181A"/>
            </a:solidFill>
          </p:spPr>
          <p:txBody>
            <a:bodyPr wrap="square" lIns="0" tIns="0" rIns="0" bIns="0" rtlCol="0"/>
            <a:lstStyle/>
            <a:p>
              <a:endParaRPr/>
            </a:p>
          </p:txBody>
        </p:sp>
        <p:sp>
          <p:nvSpPr>
            <p:cNvPr id="22" name="object 22"/>
            <p:cNvSpPr/>
            <p:nvPr/>
          </p:nvSpPr>
          <p:spPr>
            <a:xfrm>
              <a:off x="2524928" y="9553676"/>
              <a:ext cx="224790" cy="375920"/>
            </a:xfrm>
            <a:custGeom>
              <a:avLst/>
              <a:gdLst/>
              <a:ahLst/>
              <a:cxnLst/>
              <a:rect l="l" t="t" r="r" b="b"/>
              <a:pathLst>
                <a:path w="224789" h="375920">
                  <a:moveTo>
                    <a:pt x="0" y="375827"/>
                  </a:moveTo>
                  <a:lnTo>
                    <a:pt x="191512" y="0"/>
                  </a:lnTo>
                  <a:lnTo>
                    <a:pt x="224620" y="0"/>
                  </a:lnTo>
                  <a:lnTo>
                    <a:pt x="32397" y="375827"/>
                  </a:lnTo>
                  <a:lnTo>
                    <a:pt x="0" y="375827"/>
                  </a:lnTo>
                  <a:close/>
                </a:path>
              </a:pathLst>
            </a:custGeom>
            <a:ln w="18718">
              <a:solidFill>
                <a:srgbClr val="18181A"/>
              </a:solidFill>
            </a:ln>
          </p:spPr>
          <p:txBody>
            <a:bodyPr wrap="square" lIns="0" tIns="0" rIns="0" bIns="0" rtlCol="0"/>
            <a:lstStyle/>
            <a:p>
              <a:endParaRPr/>
            </a:p>
          </p:txBody>
        </p:sp>
      </p:grpSp>
      <p:sp>
        <p:nvSpPr>
          <p:cNvPr id="23" name="object 23"/>
          <p:cNvSpPr txBox="1">
            <a:spLocks noGrp="1"/>
          </p:cNvSpPr>
          <p:nvPr>
            <p:ph type="title"/>
          </p:nvPr>
        </p:nvSpPr>
        <p:spPr>
          <a:prstGeom prst="rect">
            <a:avLst/>
          </a:prstGeom>
        </p:spPr>
        <p:txBody>
          <a:bodyPr vert="horz" wrap="square" lIns="0" tIns="15240" rIns="0" bIns="0" rtlCol="0">
            <a:spAutoFit/>
          </a:bodyPr>
          <a:lstStyle/>
          <a:p>
            <a:pPr marL="6897370">
              <a:lnSpc>
                <a:spcPct val="100000"/>
              </a:lnSpc>
              <a:spcBef>
                <a:spcPts val="120"/>
              </a:spcBef>
            </a:pPr>
            <a:r>
              <a:rPr sz="5900" spc="-425" dirty="0"/>
              <a:t>Results</a:t>
            </a:r>
            <a:r>
              <a:rPr sz="5900" spc="-630" dirty="0"/>
              <a:t> </a:t>
            </a:r>
            <a:r>
              <a:rPr sz="5900" spc="-480" dirty="0"/>
              <a:t>and</a:t>
            </a:r>
            <a:r>
              <a:rPr sz="5900" spc="-625" dirty="0"/>
              <a:t> </a:t>
            </a:r>
            <a:r>
              <a:rPr sz="5900" spc="-645" dirty="0"/>
              <a:t>Impact</a:t>
            </a:r>
            <a:endParaRPr sz="5900"/>
          </a:p>
        </p:txBody>
      </p:sp>
      <p:pic>
        <p:nvPicPr>
          <p:cNvPr id="24" name="object 24"/>
          <p:cNvPicPr/>
          <p:nvPr/>
        </p:nvPicPr>
        <p:blipFill>
          <a:blip r:embed="rId2" cstate="print"/>
          <a:stretch>
            <a:fillRect/>
          </a:stretch>
        </p:blipFill>
        <p:spPr>
          <a:xfrm>
            <a:off x="8464080" y="5111470"/>
            <a:ext cx="2556192" cy="288836"/>
          </a:xfrm>
          <a:prstGeom prst="rect">
            <a:avLst/>
          </a:prstGeom>
        </p:spPr>
      </p:pic>
      <p:sp>
        <p:nvSpPr>
          <p:cNvPr id="25" name="object 25"/>
          <p:cNvSpPr txBox="1"/>
          <p:nvPr/>
        </p:nvSpPr>
        <p:spPr>
          <a:xfrm>
            <a:off x="8444090" y="3565987"/>
            <a:ext cx="6732905" cy="2219960"/>
          </a:xfrm>
          <a:prstGeom prst="rect">
            <a:avLst/>
          </a:prstGeom>
        </p:spPr>
        <p:txBody>
          <a:bodyPr vert="horz" wrap="square" lIns="0" tIns="12700" rIns="0" bIns="0" rtlCol="0">
            <a:spAutoFit/>
          </a:bodyPr>
          <a:lstStyle/>
          <a:p>
            <a:pPr marL="12700" marR="5080">
              <a:lnSpc>
                <a:spcPct val="99800"/>
              </a:lnSpc>
              <a:spcBef>
                <a:spcPts val="100"/>
              </a:spcBef>
            </a:pPr>
            <a:r>
              <a:rPr sz="2400" spc="-100" dirty="0">
                <a:solidFill>
                  <a:srgbClr val="18181A"/>
                </a:solidFill>
                <a:latin typeface="Verdana"/>
                <a:cs typeface="Verdana"/>
              </a:rPr>
              <a:t>Preliminary</a:t>
            </a:r>
            <a:r>
              <a:rPr sz="2400" spc="-295" dirty="0">
                <a:solidFill>
                  <a:srgbClr val="18181A"/>
                </a:solidFill>
                <a:latin typeface="Verdana"/>
                <a:cs typeface="Verdana"/>
              </a:rPr>
              <a:t> </a:t>
            </a:r>
            <a:r>
              <a:rPr sz="2400" spc="-85" dirty="0">
                <a:solidFill>
                  <a:srgbClr val="18181A"/>
                </a:solidFill>
                <a:latin typeface="Verdana"/>
                <a:cs typeface="Verdana"/>
              </a:rPr>
              <a:t>results</a:t>
            </a:r>
            <a:r>
              <a:rPr sz="2400" spc="-295" dirty="0">
                <a:solidFill>
                  <a:srgbClr val="18181A"/>
                </a:solidFill>
                <a:latin typeface="Verdana"/>
                <a:cs typeface="Verdana"/>
              </a:rPr>
              <a:t> </a:t>
            </a:r>
            <a:r>
              <a:rPr sz="2400" spc="-85" dirty="0">
                <a:solidFill>
                  <a:srgbClr val="18181A"/>
                </a:solidFill>
                <a:latin typeface="Verdana"/>
                <a:cs typeface="Verdana"/>
              </a:rPr>
              <a:t>indicate</a:t>
            </a:r>
            <a:r>
              <a:rPr sz="2400" spc="-295" dirty="0">
                <a:solidFill>
                  <a:srgbClr val="18181A"/>
                </a:solidFill>
                <a:latin typeface="Verdana"/>
                <a:cs typeface="Verdana"/>
              </a:rPr>
              <a:t> </a:t>
            </a:r>
            <a:r>
              <a:rPr sz="2400" spc="-90" dirty="0">
                <a:solidFill>
                  <a:srgbClr val="18181A"/>
                </a:solidFill>
                <a:latin typeface="Verdana"/>
                <a:cs typeface="Verdana"/>
              </a:rPr>
              <a:t>that</a:t>
            </a:r>
            <a:r>
              <a:rPr sz="2400" spc="-290" dirty="0">
                <a:solidFill>
                  <a:srgbClr val="18181A"/>
                </a:solidFill>
                <a:latin typeface="Verdana"/>
                <a:cs typeface="Verdana"/>
              </a:rPr>
              <a:t> </a:t>
            </a:r>
            <a:r>
              <a:rPr sz="2400" spc="-65" dirty="0">
                <a:solidFill>
                  <a:srgbClr val="18181A"/>
                </a:solidFill>
                <a:latin typeface="Verdana"/>
                <a:cs typeface="Verdana"/>
              </a:rPr>
              <a:t>the</a:t>
            </a:r>
            <a:r>
              <a:rPr sz="2400" spc="-295" dirty="0">
                <a:solidFill>
                  <a:srgbClr val="18181A"/>
                </a:solidFill>
                <a:latin typeface="Verdana"/>
                <a:cs typeface="Verdana"/>
              </a:rPr>
              <a:t> </a:t>
            </a:r>
            <a:r>
              <a:rPr sz="2400" spc="-125" dirty="0">
                <a:solidFill>
                  <a:srgbClr val="18181A"/>
                </a:solidFill>
                <a:latin typeface="Verdana"/>
                <a:cs typeface="Verdana"/>
              </a:rPr>
              <a:t>AI</a:t>
            </a:r>
            <a:r>
              <a:rPr sz="2400" spc="-295" dirty="0">
                <a:solidFill>
                  <a:srgbClr val="18181A"/>
                </a:solidFill>
                <a:latin typeface="Verdana"/>
                <a:cs typeface="Verdana"/>
              </a:rPr>
              <a:t> </a:t>
            </a:r>
            <a:r>
              <a:rPr sz="2400" spc="-10" dirty="0">
                <a:solidFill>
                  <a:srgbClr val="18181A"/>
                </a:solidFill>
                <a:latin typeface="Verdana"/>
                <a:cs typeface="Verdana"/>
              </a:rPr>
              <a:t>model </a:t>
            </a:r>
            <a:r>
              <a:rPr sz="2400" spc="-85" dirty="0">
                <a:solidFill>
                  <a:srgbClr val="18181A"/>
                </a:solidFill>
                <a:latin typeface="Verdana"/>
                <a:cs typeface="Verdana"/>
              </a:rPr>
              <a:t>significantly</a:t>
            </a:r>
            <a:r>
              <a:rPr sz="2400" spc="-270" dirty="0">
                <a:solidFill>
                  <a:srgbClr val="18181A"/>
                </a:solidFill>
                <a:latin typeface="Verdana"/>
                <a:cs typeface="Verdana"/>
              </a:rPr>
              <a:t> </a:t>
            </a:r>
            <a:r>
              <a:rPr sz="2400" spc="-114" dirty="0">
                <a:solidFill>
                  <a:srgbClr val="18181A"/>
                </a:solidFill>
                <a:latin typeface="Verdana"/>
                <a:cs typeface="Verdana"/>
              </a:rPr>
              <a:t>improves</a:t>
            </a:r>
            <a:r>
              <a:rPr sz="2400" spc="-270" dirty="0">
                <a:solidFill>
                  <a:srgbClr val="18181A"/>
                </a:solidFill>
                <a:latin typeface="Verdana"/>
                <a:cs typeface="Verdana"/>
              </a:rPr>
              <a:t> </a:t>
            </a:r>
            <a:r>
              <a:rPr sz="2400" spc="-120" dirty="0">
                <a:solidFill>
                  <a:srgbClr val="18181A"/>
                </a:solidFill>
                <a:latin typeface="Verdana"/>
                <a:cs typeface="Verdana"/>
              </a:rPr>
              <a:t>early</a:t>
            </a:r>
            <a:r>
              <a:rPr sz="2400" spc="-270" dirty="0">
                <a:solidFill>
                  <a:srgbClr val="18181A"/>
                </a:solidFill>
                <a:latin typeface="Verdana"/>
                <a:cs typeface="Verdana"/>
              </a:rPr>
              <a:t> </a:t>
            </a:r>
            <a:r>
              <a:rPr sz="2400" spc="-65" dirty="0">
                <a:solidFill>
                  <a:srgbClr val="18181A"/>
                </a:solidFill>
                <a:latin typeface="Verdana"/>
                <a:cs typeface="Verdana"/>
              </a:rPr>
              <a:t>detection</a:t>
            </a:r>
            <a:r>
              <a:rPr sz="2400" spc="-265" dirty="0">
                <a:solidFill>
                  <a:srgbClr val="18181A"/>
                </a:solidFill>
                <a:latin typeface="Verdana"/>
                <a:cs typeface="Verdana"/>
              </a:rPr>
              <a:t> </a:t>
            </a:r>
            <a:r>
              <a:rPr sz="2400" spc="-95" dirty="0">
                <a:solidFill>
                  <a:srgbClr val="18181A"/>
                </a:solidFill>
                <a:latin typeface="Verdana"/>
                <a:cs typeface="Verdana"/>
              </a:rPr>
              <a:t>rates</a:t>
            </a:r>
            <a:r>
              <a:rPr sz="2400" spc="-270" dirty="0">
                <a:solidFill>
                  <a:srgbClr val="18181A"/>
                </a:solidFill>
                <a:latin typeface="Verdana"/>
                <a:cs typeface="Verdana"/>
              </a:rPr>
              <a:t> </a:t>
            </a:r>
            <a:r>
              <a:rPr sz="2400" spc="-25" dirty="0">
                <a:solidFill>
                  <a:srgbClr val="18181A"/>
                </a:solidFill>
                <a:latin typeface="Verdana"/>
                <a:cs typeface="Verdana"/>
              </a:rPr>
              <a:t>of </a:t>
            </a:r>
            <a:r>
              <a:rPr sz="2400" spc="-90" dirty="0">
                <a:solidFill>
                  <a:srgbClr val="18181A"/>
                </a:solidFill>
                <a:latin typeface="Verdana"/>
                <a:cs typeface="Verdana"/>
              </a:rPr>
              <a:t>breast</a:t>
            </a:r>
            <a:r>
              <a:rPr sz="2400" spc="-300" dirty="0">
                <a:solidFill>
                  <a:srgbClr val="18181A"/>
                </a:solidFill>
                <a:latin typeface="Verdana"/>
                <a:cs typeface="Verdana"/>
              </a:rPr>
              <a:t> </a:t>
            </a:r>
            <a:r>
              <a:rPr sz="2400" spc="-140" dirty="0">
                <a:solidFill>
                  <a:srgbClr val="18181A"/>
                </a:solidFill>
                <a:latin typeface="Verdana"/>
                <a:cs typeface="Verdana"/>
              </a:rPr>
              <a:t>cancer.</a:t>
            </a:r>
            <a:r>
              <a:rPr sz="2400" spc="-300" dirty="0">
                <a:solidFill>
                  <a:srgbClr val="18181A"/>
                </a:solidFill>
                <a:latin typeface="Verdana"/>
                <a:cs typeface="Verdana"/>
              </a:rPr>
              <a:t> </a:t>
            </a:r>
            <a:r>
              <a:rPr sz="2400" spc="-50" dirty="0">
                <a:solidFill>
                  <a:srgbClr val="18181A"/>
                </a:solidFill>
                <a:latin typeface="Verdana"/>
                <a:cs typeface="Verdana"/>
              </a:rPr>
              <a:t>The</a:t>
            </a:r>
            <a:r>
              <a:rPr sz="2400" spc="-295" dirty="0">
                <a:solidFill>
                  <a:srgbClr val="18181A"/>
                </a:solidFill>
                <a:latin typeface="Verdana"/>
                <a:cs typeface="Verdana"/>
              </a:rPr>
              <a:t> </a:t>
            </a:r>
            <a:r>
              <a:rPr sz="2400" spc="-90" dirty="0">
                <a:solidFill>
                  <a:srgbClr val="18181A"/>
                </a:solidFill>
                <a:latin typeface="Verdana"/>
                <a:cs typeface="Verdana"/>
              </a:rPr>
              <a:t>impact</a:t>
            </a:r>
            <a:r>
              <a:rPr sz="2400" spc="-300" dirty="0">
                <a:solidFill>
                  <a:srgbClr val="18181A"/>
                </a:solidFill>
                <a:latin typeface="Verdana"/>
                <a:cs typeface="Verdana"/>
              </a:rPr>
              <a:t> </a:t>
            </a:r>
            <a:r>
              <a:rPr sz="2400" spc="-95" dirty="0">
                <a:solidFill>
                  <a:srgbClr val="18181A"/>
                </a:solidFill>
                <a:latin typeface="Verdana"/>
                <a:cs typeface="Verdana"/>
              </a:rPr>
              <a:t>on</a:t>
            </a:r>
            <a:r>
              <a:rPr sz="2400" spc="-300" dirty="0">
                <a:solidFill>
                  <a:srgbClr val="18181A"/>
                </a:solidFill>
                <a:latin typeface="Verdana"/>
                <a:cs typeface="Verdana"/>
              </a:rPr>
              <a:t> </a:t>
            </a:r>
            <a:r>
              <a:rPr sz="2400" spc="-90" dirty="0">
                <a:solidFill>
                  <a:srgbClr val="18181A"/>
                </a:solidFill>
                <a:latin typeface="Verdana"/>
                <a:cs typeface="Verdana"/>
              </a:rPr>
              <a:t>patient</a:t>
            </a:r>
            <a:r>
              <a:rPr sz="2400" spc="-295" dirty="0">
                <a:solidFill>
                  <a:srgbClr val="18181A"/>
                </a:solidFill>
                <a:latin typeface="Verdana"/>
                <a:cs typeface="Verdana"/>
              </a:rPr>
              <a:t> </a:t>
            </a:r>
            <a:r>
              <a:rPr sz="2400" spc="-20" dirty="0">
                <a:solidFill>
                  <a:srgbClr val="18181A"/>
                </a:solidFill>
                <a:latin typeface="Verdana"/>
                <a:cs typeface="Verdana"/>
              </a:rPr>
              <a:t>care </a:t>
            </a:r>
            <a:r>
              <a:rPr sz="2400" spc="-80" dirty="0">
                <a:solidFill>
                  <a:srgbClr val="18181A"/>
                </a:solidFill>
                <a:latin typeface="Verdana"/>
                <a:cs typeface="Verdana"/>
              </a:rPr>
              <a:t>includes</a:t>
            </a:r>
            <a:r>
              <a:rPr sz="2400" spc="-290" dirty="0">
                <a:solidFill>
                  <a:srgbClr val="18181A"/>
                </a:solidFill>
                <a:latin typeface="Verdana"/>
                <a:cs typeface="Verdana"/>
              </a:rPr>
              <a:t> </a:t>
            </a:r>
            <a:r>
              <a:rPr sz="2400" spc="-80" dirty="0">
                <a:solidFill>
                  <a:srgbClr val="18181A"/>
                </a:solidFill>
                <a:latin typeface="Verdana"/>
                <a:cs typeface="Verdana"/>
              </a:rPr>
              <a:t>reduced</a:t>
            </a:r>
            <a:r>
              <a:rPr sz="2400" spc="-290" dirty="0">
                <a:solidFill>
                  <a:srgbClr val="18181A"/>
                </a:solidFill>
                <a:latin typeface="Verdana"/>
                <a:cs typeface="Verdana"/>
              </a:rPr>
              <a:t> </a:t>
            </a:r>
            <a:r>
              <a:rPr sz="2400" spc="-75" dirty="0">
                <a:solidFill>
                  <a:srgbClr val="18181A"/>
                </a:solidFill>
                <a:latin typeface="Verdana"/>
                <a:cs typeface="Verdana"/>
              </a:rPr>
              <a:t>diagnostic</a:t>
            </a:r>
            <a:r>
              <a:rPr sz="2400" spc="-285" dirty="0">
                <a:solidFill>
                  <a:srgbClr val="18181A"/>
                </a:solidFill>
                <a:latin typeface="Verdana"/>
                <a:cs typeface="Verdana"/>
              </a:rPr>
              <a:t> </a:t>
            </a:r>
            <a:r>
              <a:rPr sz="2400" spc="-100" dirty="0">
                <a:solidFill>
                  <a:srgbClr val="18181A"/>
                </a:solidFill>
                <a:latin typeface="Verdana"/>
                <a:cs typeface="Verdana"/>
              </a:rPr>
              <a:t>time</a:t>
            </a:r>
            <a:r>
              <a:rPr sz="2400" spc="-290" dirty="0">
                <a:solidFill>
                  <a:srgbClr val="18181A"/>
                </a:solidFill>
                <a:latin typeface="Verdana"/>
                <a:cs typeface="Verdana"/>
              </a:rPr>
              <a:t> </a:t>
            </a:r>
            <a:r>
              <a:rPr sz="2400" spc="-125" dirty="0">
                <a:solidFill>
                  <a:srgbClr val="18181A"/>
                </a:solidFill>
                <a:latin typeface="Verdana"/>
                <a:cs typeface="Verdana"/>
              </a:rPr>
              <a:t>and</a:t>
            </a:r>
            <a:r>
              <a:rPr sz="2400" spc="-285" dirty="0">
                <a:solidFill>
                  <a:srgbClr val="18181A"/>
                </a:solidFill>
                <a:latin typeface="Verdana"/>
                <a:cs typeface="Verdana"/>
              </a:rPr>
              <a:t> </a:t>
            </a:r>
            <a:r>
              <a:rPr sz="2400" spc="-40" dirty="0">
                <a:solidFill>
                  <a:srgbClr val="18181A"/>
                </a:solidFill>
                <a:latin typeface="Verdana"/>
                <a:cs typeface="Verdana"/>
              </a:rPr>
              <a:t>increased</a:t>
            </a:r>
            <a:endParaRPr sz="2400">
              <a:latin typeface="Verdana"/>
              <a:cs typeface="Verdana"/>
            </a:endParaRPr>
          </a:p>
          <a:p>
            <a:pPr marL="2577465">
              <a:lnSpc>
                <a:spcPts val="2865"/>
              </a:lnSpc>
              <a:spcBef>
                <a:spcPts val="45"/>
              </a:spcBef>
            </a:pPr>
            <a:r>
              <a:rPr sz="2400" spc="-370" dirty="0">
                <a:solidFill>
                  <a:srgbClr val="18181A"/>
                </a:solidFill>
                <a:latin typeface="Verdana"/>
                <a:cs typeface="Verdana"/>
              </a:rPr>
              <a:t>,</a:t>
            </a:r>
            <a:r>
              <a:rPr sz="2400" spc="-305" dirty="0">
                <a:solidFill>
                  <a:srgbClr val="18181A"/>
                </a:solidFill>
                <a:latin typeface="Verdana"/>
                <a:cs typeface="Verdana"/>
              </a:rPr>
              <a:t> </a:t>
            </a:r>
            <a:r>
              <a:rPr sz="2400" spc="-110" dirty="0">
                <a:solidFill>
                  <a:srgbClr val="18181A"/>
                </a:solidFill>
                <a:latin typeface="Verdana"/>
                <a:cs typeface="Verdana"/>
              </a:rPr>
              <a:t>ultimately</a:t>
            </a:r>
            <a:r>
              <a:rPr sz="2400" spc="-305" dirty="0">
                <a:solidFill>
                  <a:srgbClr val="18181A"/>
                </a:solidFill>
                <a:latin typeface="Verdana"/>
                <a:cs typeface="Verdana"/>
              </a:rPr>
              <a:t> </a:t>
            </a:r>
            <a:r>
              <a:rPr sz="2400" spc="-95" dirty="0">
                <a:solidFill>
                  <a:srgbClr val="18181A"/>
                </a:solidFill>
                <a:latin typeface="Verdana"/>
                <a:cs typeface="Verdana"/>
              </a:rPr>
              <a:t>leading</a:t>
            </a:r>
            <a:r>
              <a:rPr sz="2400" spc="-300" dirty="0">
                <a:solidFill>
                  <a:srgbClr val="18181A"/>
                </a:solidFill>
                <a:latin typeface="Verdana"/>
                <a:cs typeface="Verdana"/>
              </a:rPr>
              <a:t> </a:t>
            </a:r>
            <a:r>
              <a:rPr sz="2400" spc="-55" dirty="0">
                <a:solidFill>
                  <a:srgbClr val="18181A"/>
                </a:solidFill>
                <a:latin typeface="Verdana"/>
                <a:cs typeface="Verdana"/>
              </a:rPr>
              <a:t>to</a:t>
            </a:r>
            <a:r>
              <a:rPr sz="2400" spc="-305" dirty="0">
                <a:solidFill>
                  <a:srgbClr val="18181A"/>
                </a:solidFill>
                <a:latin typeface="Verdana"/>
                <a:cs typeface="Verdana"/>
              </a:rPr>
              <a:t> </a:t>
            </a:r>
            <a:r>
              <a:rPr sz="2400" spc="-10" dirty="0">
                <a:solidFill>
                  <a:srgbClr val="18181A"/>
                </a:solidFill>
                <a:latin typeface="Verdana"/>
                <a:cs typeface="Verdana"/>
              </a:rPr>
              <a:t>better</a:t>
            </a:r>
            <a:endParaRPr sz="2400">
              <a:latin typeface="Verdana"/>
              <a:cs typeface="Verdana"/>
            </a:endParaRPr>
          </a:p>
          <a:p>
            <a:pPr marL="12700">
              <a:lnSpc>
                <a:spcPts val="2865"/>
              </a:lnSpc>
            </a:pPr>
            <a:r>
              <a:rPr sz="2400" spc="-90" dirty="0">
                <a:solidFill>
                  <a:srgbClr val="18181A"/>
                </a:solidFill>
                <a:latin typeface="Verdana"/>
                <a:cs typeface="Verdana"/>
              </a:rPr>
              <a:t>patient</a:t>
            </a:r>
            <a:r>
              <a:rPr sz="2400" spc="-285" dirty="0">
                <a:solidFill>
                  <a:srgbClr val="18181A"/>
                </a:solidFill>
                <a:latin typeface="Verdana"/>
                <a:cs typeface="Verdana"/>
              </a:rPr>
              <a:t> </a:t>
            </a:r>
            <a:r>
              <a:rPr sz="2400" spc="-10" dirty="0">
                <a:solidFill>
                  <a:srgbClr val="18181A"/>
                </a:solidFill>
                <a:latin typeface="Verdana"/>
                <a:cs typeface="Verdana"/>
              </a:rPr>
              <a:t>outcomes.</a:t>
            </a:r>
            <a:endParaRPr sz="2400">
              <a:latin typeface="Verdana"/>
              <a:cs typeface="Verdana"/>
            </a:endParaRPr>
          </a:p>
        </p:txBody>
      </p:sp>
      <p:pic>
        <p:nvPicPr>
          <p:cNvPr id="26" name="object 26"/>
          <p:cNvPicPr/>
          <p:nvPr/>
        </p:nvPicPr>
        <p:blipFill>
          <a:blip r:embed="rId3" cstate="print"/>
          <a:stretch>
            <a:fillRect/>
          </a:stretch>
        </p:blipFill>
        <p:spPr>
          <a:xfrm>
            <a:off x="1571625" y="2195512"/>
            <a:ext cx="5895974" cy="5895974"/>
          </a:xfrm>
          <a:prstGeom prst="rect">
            <a:avLst/>
          </a:prstGeom>
        </p:spPr>
      </p:pic>
      <p:grpSp>
        <p:nvGrpSpPr>
          <p:cNvPr id="27" name="object 5">
            <a:extLst>
              <a:ext uri="{FF2B5EF4-FFF2-40B4-BE49-F238E27FC236}">
                <a16:creationId xmlns:a16="http://schemas.microsoft.com/office/drawing/2014/main" id="{C6FAFCE0-1DCC-28A0-29AA-FE67350150DB}"/>
              </a:ext>
            </a:extLst>
          </p:cNvPr>
          <p:cNvGrpSpPr/>
          <p:nvPr/>
        </p:nvGrpSpPr>
        <p:grpSpPr>
          <a:xfrm>
            <a:off x="1056767" y="301129"/>
            <a:ext cx="1590040" cy="394970"/>
            <a:chOff x="1169279" y="9591838"/>
            <a:chExt cx="1590040" cy="394970"/>
          </a:xfrm>
        </p:grpSpPr>
        <p:sp>
          <p:nvSpPr>
            <p:cNvPr id="28" name="object 6">
              <a:extLst>
                <a:ext uri="{FF2B5EF4-FFF2-40B4-BE49-F238E27FC236}">
                  <a16:creationId xmlns:a16="http://schemas.microsoft.com/office/drawing/2014/main" id="{FB7F02FF-D967-31BB-95A7-F5C3319BBD5D}"/>
                </a:ext>
              </a:extLst>
            </p:cNvPr>
            <p:cNvSpPr/>
            <p:nvPr/>
          </p:nvSpPr>
          <p:spPr>
            <a:xfrm>
              <a:off x="1178640" y="9601197"/>
              <a:ext cx="224790" cy="375920"/>
            </a:xfrm>
            <a:custGeom>
              <a:avLst/>
              <a:gdLst/>
              <a:ahLst/>
              <a:cxnLst/>
              <a:rect l="l" t="t" r="r" b="b"/>
              <a:pathLst>
                <a:path w="224790" h="375920">
                  <a:moveTo>
                    <a:pt x="32393" y="0"/>
                  </a:moveTo>
                  <a:lnTo>
                    <a:pt x="0" y="0"/>
                  </a:lnTo>
                  <a:lnTo>
                    <a:pt x="191512" y="375826"/>
                  </a:lnTo>
                  <a:lnTo>
                    <a:pt x="224621" y="375826"/>
                  </a:lnTo>
                  <a:lnTo>
                    <a:pt x="32393" y="0"/>
                  </a:lnTo>
                  <a:close/>
                </a:path>
              </a:pathLst>
            </a:custGeom>
            <a:solidFill>
              <a:srgbClr val="18181A"/>
            </a:solidFill>
          </p:spPr>
          <p:txBody>
            <a:bodyPr wrap="square" lIns="0" tIns="0" rIns="0" bIns="0" rtlCol="0"/>
            <a:lstStyle/>
            <a:p>
              <a:endParaRPr/>
            </a:p>
          </p:txBody>
        </p:sp>
        <p:sp>
          <p:nvSpPr>
            <p:cNvPr id="29" name="object 7">
              <a:extLst>
                <a:ext uri="{FF2B5EF4-FFF2-40B4-BE49-F238E27FC236}">
                  <a16:creationId xmlns:a16="http://schemas.microsoft.com/office/drawing/2014/main" id="{2C7A113D-47EF-336D-A45C-C45D3E237694}"/>
                </a:ext>
              </a:extLst>
            </p:cNvPr>
            <p:cNvSpPr/>
            <p:nvPr/>
          </p:nvSpPr>
          <p:spPr>
            <a:xfrm>
              <a:off x="1178639" y="9601197"/>
              <a:ext cx="224790" cy="375920"/>
            </a:xfrm>
            <a:custGeom>
              <a:avLst/>
              <a:gdLst/>
              <a:ahLst/>
              <a:cxnLst/>
              <a:rect l="l" t="t" r="r" b="b"/>
              <a:pathLst>
                <a:path w="224790" h="375920">
                  <a:moveTo>
                    <a:pt x="0" y="0"/>
                  </a:moveTo>
                  <a:lnTo>
                    <a:pt x="191512" y="375825"/>
                  </a:lnTo>
                  <a:lnTo>
                    <a:pt x="224620" y="375825"/>
                  </a:lnTo>
                  <a:lnTo>
                    <a:pt x="32394" y="0"/>
                  </a:lnTo>
                  <a:lnTo>
                    <a:pt x="0" y="0"/>
                  </a:lnTo>
                  <a:close/>
                </a:path>
              </a:pathLst>
            </a:custGeom>
            <a:ln w="18718">
              <a:solidFill>
                <a:srgbClr val="18181A"/>
              </a:solidFill>
            </a:ln>
          </p:spPr>
          <p:txBody>
            <a:bodyPr wrap="square" lIns="0" tIns="0" rIns="0" bIns="0" rtlCol="0"/>
            <a:lstStyle/>
            <a:p>
              <a:endParaRPr/>
            </a:p>
          </p:txBody>
        </p:sp>
        <p:sp>
          <p:nvSpPr>
            <p:cNvPr id="30" name="object 8">
              <a:extLst>
                <a:ext uri="{FF2B5EF4-FFF2-40B4-BE49-F238E27FC236}">
                  <a16:creationId xmlns:a16="http://schemas.microsoft.com/office/drawing/2014/main" id="{8C924614-B426-7E9D-6DA7-5A71B58D29C7}"/>
                </a:ext>
              </a:extLst>
            </p:cNvPr>
            <p:cNvSpPr/>
            <p:nvPr/>
          </p:nvSpPr>
          <p:spPr>
            <a:xfrm>
              <a:off x="1403261"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31" name="object 9">
              <a:extLst>
                <a:ext uri="{FF2B5EF4-FFF2-40B4-BE49-F238E27FC236}">
                  <a16:creationId xmlns:a16="http://schemas.microsoft.com/office/drawing/2014/main" id="{E422C8E6-AB70-D4CF-376A-ECB0469C39E7}"/>
                </a:ext>
              </a:extLst>
            </p:cNvPr>
            <p:cNvSpPr/>
            <p:nvPr/>
          </p:nvSpPr>
          <p:spPr>
            <a:xfrm>
              <a:off x="1403259"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32" name="object 10">
              <a:extLst>
                <a:ext uri="{FF2B5EF4-FFF2-40B4-BE49-F238E27FC236}">
                  <a16:creationId xmlns:a16="http://schemas.microsoft.com/office/drawing/2014/main" id="{EB26A4FC-EAC5-487C-A33B-0F81818F41C2}"/>
                </a:ext>
              </a:extLst>
            </p:cNvPr>
            <p:cNvSpPr/>
            <p:nvPr/>
          </p:nvSpPr>
          <p:spPr>
            <a:xfrm>
              <a:off x="162716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33" name="object 11">
              <a:extLst>
                <a:ext uri="{FF2B5EF4-FFF2-40B4-BE49-F238E27FC236}">
                  <a16:creationId xmlns:a16="http://schemas.microsoft.com/office/drawing/2014/main" id="{C8946E42-DDAC-0090-5254-E03A9DCA5DA6}"/>
                </a:ext>
              </a:extLst>
            </p:cNvPr>
            <p:cNvSpPr/>
            <p:nvPr/>
          </p:nvSpPr>
          <p:spPr>
            <a:xfrm>
              <a:off x="1627156" y="9601197"/>
              <a:ext cx="224790" cy="375920"/>
            </a:xfrm>
            <a:custGeom>
              <a:avLst/>
              <a:gdLst/>
              <a:ahLst/>
              <a:cxnLst/>
              <a:rect l="l" t="t" r="r" b="b"/>
              <a:pathLst>
                <a:path w="224789" h="375920">
                  <a:moveTo>
                    <a:pt x="0" y="0"/>
                  </a:moveTo>
                  <a:lnTo>
                    <a:pt x="191512" y="375825"/>
                  </a:lnTo>
                  <a:lnTo>
                    <a:pt x="224633" y="375825"/>
                  </a:lnTo>
                  <a:lnTo>
                    <a:pt x="32409" y="0"/>
                  </a:lnTo>
                  <a:lnTo>
                    <a:pt x="0" y="0"/>
                  </a:lnTo>
                  <a:close/>
                </a:path>
              </a:pathLst>
            </a:custGeom>
            <a:ln w="18718">
              <a:solidFill>
                <a:srgbClr val="18181A"/>
              </a:solidFill>
            </a:ln>
          </p:spPr>
          <p:txBody>
            <a:bodyPr wrap="square" lIns="0" tIns="0" rIns="0" bIns="0" rtlCol="0"/>
            <a:lstStyle/>
            <a:p>
              <a:endParaRPr/>
            </a:p>
          </p:txBody>
        </p:sp>
        <p:sp>
          <p:nvSpPr>
            <p:cNvPr id="34" name="object 12">
              <a:extLst>
                <a:ext uri="{FF2B5EF4-FFF2-40B4-BE49-F238E27FC236}">
                  <a16:creationId xmlns:a16="http://schemas.microsoft.com/office/drawing/2014/main" id="{ABFF2D7D-DAC2-4422-D076-1D5B8060DD08}"/>
                </a:ext>
              </a:extLst>
            </p:cNvPr>
            <p:cNvSpPr/>
            <p:nvPr/>
          </p:nvSpPr>
          <p:spPr>
            <a:xfrm>
              <a:off x="1851787" y="9601197"/>
              <a:ext cx="224790" cy="375920"/>
            </a:xfrm>
            <a:custGeom>
              <a:avLst/>
              <a:gdLst/>
              <a:ahLst/>
              <a:cxnLst/>
              <a:rect l="l" t="t" r="r" b="b"/>
              <a:pathLst>
                <a:path w="224789" h="375920">
                  <a:moveTo>
                    <a:pt x="32397" y="0"/>
                  </a:moveTo>
                  <a:lnTo>
                    <a:pt x="0" y="0"/>
                  </a:lnTo>
                  <a:lnTo>
                    <a:pt x="191503" y="375826"/>
                  </a:lnTo>
                  <a:lnTo>
                    <a:pt x="224612" y="375826"/>
                  </a:lnTo>
                  <a:lnTo>
                    <a:pt x="32397" y="0"/>
                  </a:lnTo>
                  <a:close/>
                </a:path>
              </a:pathLst>
            </a:custGeom>
            <a:solidFill>
              <a:srgbClr val="18181A"/>
            </a:solidFill>
          </p:spPr>
          <p:txBody>
            <a:bodyPr wrap="square" lIns="0" tIns="0" rIns="0" bIns="0" rtlCol="0"/>
            <a:lstStyle/>
            <a:p>
              <a:endParaRPr/>
            </a:p>
          </p:txBody>
        </p:sp>
        <p:sp>
          <p:nvSpPr>
            <p:cNvPr id="35" name="object 13">
              <a:extLst>
                <a:ext uri="{FF2B5EF4-FFF2-40B4-BE49-F238E27FC236}">
                  <a16:creationId xmlns:a16="http://schemas.microsoft.com/office/drawing/2014/main" id="{F668AB3F-0284-F583-CC0C-B7A31C02461C}"/>
                </a:ext>
              </a:extLst>
            </p:cNvPr>
            <p:cNvSpPr/>
            <p:nvPr/>
          </p:nvSpPr>
          <p:spPr>
            <a:xfrm>
              <a:off x="1851789"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36" name="object 14">
              <a:extLst>
                <a:ext uri="{FF2B5EF4-FFF2-40B4-BE49-F238E27FC236}">
                  <a16:creationId xmlns:a16="http://schemas.microsoft.com/office/drawing/2014/main" id="{C3E66A31-8BDF-6ED7-61BB-EA583E2B95C6}"/>
                </a:ext>
              </a:extLst>
            </p:cNvPr>
            <p:cNvSpPr/>
            <p:nvPr/>
          </p:nvSpPr>
          <p:spPr>
            <a:xfrm>
              <a:off x="2076399" y="9601197"/>
              <a:ext cx="224790" cy="375920"/>
            </a:xfrm>
            <a:custGeom>
              <a:avLst/>
              <a:gdLst/>
              <a:ahLst/>
              <a:cxnLst/>
              <a:rect l="l" t="t" r="r" b="b"/>
              <a:pathLst>
                <a:path w="224789" h="375920">
                  <a:moveTo>
                    <a:pt x="32410" y="0"/>
                  </a:moveTo>
                  <a:lnTo>
                    <a:pt x="0" y="0"/>
                  </a:lnTo>
                  <a:lnTo>
                    <a:pt x="191516" y="375826"/>
                  </a:lnTo>
                  <a:lnTo>
                    <a:pt x="224637" y="375826"/>
                  </a:lnTo>
                  <a:lnTo>
                    <a:pt x="32410" y="0"/>
                  </a:lnTo>
                  <a:close/>
                </a:path>
              </a:pathLst>
            </a:custGeom>
            <a:solidFill>
              <a:srgbClr val="18181A"/>
            </a:solidFill>
          </p:spPr>
          <p:txBody>
            <a:bodyPr wrap="square" lIns="0" tIns="0" rIns="0" bIns="0" rtlCol="0"/>
            <a:lstStyle/>
            <a:p>
              <a:endParaRPr/>
            </a:p>
          </p:txBody>
        </p:sp>
        <p:sp>
          <p:nvSpPr>
            <p:cNvPr id="37" name="object 15">
              <a:extLst>
                <a:ext uri="{FF2B5EF4-FFF2-40B4-BE49-F238E27FC236}">
                  <a16:creationId xmlns:a16="http://schemas.microsoft.com/office/drawing/2014/main" id="{2B1391D4-3865-79CD-E776-02B7A0B9A237}"/>
                </a:ext>
              </a:extLst>
            </p:cNvPr>
            <p:cNvSpPr/>
            <p:nvPr/>
          </p:nvSpPr>
          <p:spPr>
            <a:xfrm>
              <a:off x="2076410" y="9601197"/>
              <a:ext cx="224790" cy="375920"/>
            </a:xfrm>
            <a:custGeom>
              <a:avLst/>
              <a:gdLst/>
              <a:ahLst/>
              <a:cxnLst/>
              <a:rect l="l" t="t" r="r" b="b"/>
              <a:pathLst>
                <a:path w="224789" h="375920">
                  <a:moveTo>
                    <a:pt x="0" y="0"/>
                  </a:moveTo>
                  <a:lnTo>
                    <a:pt x="191499"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38" name="object 16">
              <a:extLst>
                <a:ext uri="{FF2B5EF4-FFF2-40B4-BE49-F238E27FC236}">
                  <a16:creationId xmlns:a16="http://schemas.microsoft.com/office/drawing/2014/main" id="{19C08951-11D6-6C7D-4FF3-589B97C0C47D}"/>
                </a:ext>
              </a:extLst>
            </p:cNvPr>
            <p:cNvSpPr/>
            <p:nvPr/>
          </p:nvSpPr>
          <p:spPr>
            <a:xfrm>
              <a:off x="2300312" y="9601197"/>
              <a:ext cx="224790" cy="375920"/>
            </a:xfrm>
            <a:custGeom>
              <a:avLst/>
              <a:gdLst/>
              <a:ahLst/>
              <a:cxnLst/>
              <a:rect l="l" t="t" r="r" b="b"/>
              <a:pathLst>
                <a:path w="224789" h="375920">
                  <a:moveTo>
                    <a:pt x="32397" y="0"/>
                  </a:moveTo>
                  <a:lnTo>
                    <a:pt x="0" y="0"/>
                  </a:lnTo>
                  <a:lnTo>
                    <a:pt x="191503" y="375826"/>
                  </a:lnTo>
                  <a:lnTo>
                    <a:pt x="224624" y="375826"/>
                  </a:lnTo>
                  <a:lnTo>
                    <a:pt x="32397" y="0"/>
                  </a:lnTo>
                  <a:close/>
                </a:path>
              </a:pathLst>
            </a:custGeom>
            <a:solidFill>
              <a:srgbClr val="18181A"/>
            </a:solidFill>
          </p:spPr>
          <p:txBody>
            <a:bodyPr wrap="square" lIns="0" tIns="0" rIns="0" bIns="0" rtlCol="0"/>
            <a:lstStyle/>
            <a:p>
              <a:endParaRPr/>
            </a:p>
          </p:txBody>
        </p:sp>
        <p:sp>
          <p:nvSpPr>
            <p:cNvPr id="39" name="object 17">
              <a:extLst>
                <a:ext uri="{FF2B5EF4-FFF2-40B4-BE49-F238E27FC236}">
                  <a16:creationId xmlns:a16="http://schemas.microsoft.com/office/drawing/2014/main" id="{9E371AB9-EE84-6F5F-B8E6-C34BFF42B33A}"/>
                </a:ext>
              </a:extLst>
            </p:cNvPr>
            <p:cNvSpPr/>
            <p:nvPr/>
          </p:nvSpPr>
          <p:spPr>
            <a:xfrm>
              <a:off x="2300307"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sp>
          <p:nvSpPr>
            <p:cNvPr id="40" name="object 18">
              <a:extLst>
                <a:ext uri="{FF2B5EF4-FFF2-40B4-BE49-F238E27FC236}">
                  <a16:creationId xmlns:a16="http://schemas.microsoft.com/office/drawing/2014/main" id="{FC964A9F-1AF9-ADDF-047F-AE45293E2C51}"/>
                </a:ext>
              </a:extLst>
            </p:cNvPr>
            <p:cNvSpPr/>
            <p:nvPr/>
          </p:nvSpPr>
          <p:spPr>
            <a:xfrm>
              <a:off x="2524937" y="9601197"/>
              <a:ext cx="224790" cy="375920"/>
            </a:xfrm>
            <a:custGeom>
              <a:avLst/>
              <a:gdLst/>
              <a:ahLst/>
              <a:cxnLst/>
              <a:rect l="l" t="t" r="r" b="b"/>
              <a:pathLst>
                <a:path w="224789" h="375920">
                  <a:moveTo>
                    <a:pt x="32385" y="0"/>
                  </a:moveTo>
                  <a:lnTo>
                    <a:pt x="0" y="0"/>
                  </a:lnTo>
                  <a:lnTo>
                    <a:pt x="191503" y="375826"/>
                  </a:lnTo>
                  <a:lnTo>
                    <a:pt x="224612" y="375826"/>
                  </a:lnTo>
                  <a:lnTo>
                    <a:pt x="32385" y="0"/>
                  </a:lnTo>
                  <a:close/>
                </a:path>
              </a:pathLst>
            </a:custGeom>
            <a:solidFill>
              <a:srgbClr val="18181A"/>
            </a:solidFill>
          </p:spPr>
          <p:txBody>
            <a:bodyPr wrap="square" lIns="0" tIns="0" rIns="0" bIns="0" rtlCol="0"/>
            <a:lstStyle/>
            <a:p>
              <a:endParaRPr/>
            </a:p>
          </p:txBody>
        </p:sp>
        <p:sp>
          <p:nvSpPr>
            <p:cNvPr id="41" name="object 19">
              <a:extLst>
                <a:ext uri="{FF2B5EF4-FFF2-40B4-BE49-F238E27FC236}">
                  <a16:creationId xmlns:a16="http://schemas.microsoft.com/office/drawing/2014/main" id="{BB71C5F0-5E52-4A69-CBEB-A75319C68690}"/>
                </a:ext>
              </a:extLst>
            </p:cNvPr>
            <p:cNvSpPr/>
            <p:nvPr/>
          </p:nvSpPr>
          <p:spPr>
            <a:xfrm>
              <a:off x="2524928" y="9601197"/>
              <a:ext cx="224790" cy="375920"/>
            </a:xfrm>
            <a:custGeom>
              <a:avLst/>
              <a:gdLst/>
              <a:ahLst/>
              <a:cxnLst/>
              <a:rect l="l" t="t" r="r" b="b"/>
              <a:pathLst>
                <a:path w="224789" h="375920">
                  <a:moveTo>
                    <a:pt x="0" y="0"/>
                  </a:moveTo>
                  <a:lnTo>
                    <a:pt x="191512" y="375825"/>
                  </a:lnTo>
                  <a:lnTo>
                    <a:pt x="224620" y="375825"/>
                  </a:lnTo>
                  <a:lnTo>
                    <a:pt x="32397" y="0"/>
                  </a:lnTo>
                  <a:lnTo>
                    <a:pt x="0" y="0"/>
                  </a:lnTo>
                  <a:close/>
                </a:path>
              </a:pathLst>
            </a:custGeom>
            <a:ln w="18718">
              <a:solidFill>
                <a:srgbClr val="18181A"/>
              </a:solidFill>
            </a:ln>
          </p:spPr>
          <p:txBody>
            <a:bodyPr wrap="square" lIns="0" tIns="0" rIns="0" bIns="0" rtlCol="0"/>
            <a:lstStyle/>
            <a:p>
              <a:endParaRPr/>
            </a:p>
          </p:txBody>
        </p:sp>
      </p:gr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19" y="1065259"/>
            <a:ext cx="17127220" cy="8157209"/>
            <a:chOff x="719" y="1065259"/>
            <a:chExt cx="17127220" cy="8157209"/>
          </a:xfrm>
        </p:grpSpPr>
        <p:sp>
          <p:nvSpPr>
            <p:cNvPr id="3" name="object 3"/>
            <p:cNvSpPr/>
            <p:nvPr/>
          </p:nvSpPr>
          <p:spPr>
            <a:xfrm>
              <a:off x="8866804" y="1084338"/>
              <a:ext cx="8242300" cy="8119109"/>
            </a:xfrm>
            <a:custGeom>
              <a:avLst/>
              <a:gdLst/>
              <a:ahLst/>
              <a:cxnLst/>
              <a:rect l="l" t="t" r="r" b="b"/>
              <a:pathLst>
                <a:path w="8242300" h="8119109">
                  <a:moveTo>
                    <a:pt x="4120570" y="0"/>
                  </a:moveTo>
                  <a:lnTo>
                    <a:pt x="8241712" y="0"/>
                  </a:lnTo>
                  <a:lnTo>
                    <a:pt x="8241712" y="8118647"/>
                  </a:lnTo>
                  <a:lnTo>
                    <a:pt x="0" y="8118647"/>
                  </a:lnTo>
                  <a:lnTo>
                    <a:pt x="0" y="0"/>
                  </a:lnTo>
                  <a:lnTo>
                    <a:pt x="4120570" y="0"/>
                  </a:lnTo>
                  <a:close/>
                </a:path>
              </a:pathLst>
            </a:custGeom>
            <a:ln w="38159">
              <a:solidFill>
                <a:srgbClr val="29282C"/>
              </a:solidFill>
            </a:ln>
          </p:spPr>
          <p:txBody>
            <a:bodyPr wrap="square" lIns="0" tIns="0" rIns="0" bIns="0" rtlCol="0"/>
            <a:lstStyle/>
            <a:p>
              <a:endParaRPr/>
            </a:p>
          </p:txBody>
        </p:sp>
        <p:sp>
          <p:nvSpPr>
            <p:cNvPr id="4" name="object 4"/>
            <p:cNvSpPr/>
            <p:nvPr/>
          </p:nvSpPr>
          <p:spPr>
            <a:xfrm>
              <a:off x="719" y="1848955"/>
              <a:ext cx="16861155" cy="6589395"/>
            </a:xfrm>
            <a:custGeom>
              <a:avLst/>
              <a:gdLst/>
              <a:ahLst/>
              <a:cxnLst/>
              <a:rect l="l" t="t" r="r" b="b"/>
              <a:pathLst>
                <a:path w="16861155" h="6589395">
                  <a:moveTo>
                    <a:pt x="16860943" y="0"/>
                  </a:moveTo>
                  <a:lnTo>
                    <a:pt x="8430442" y="0"/>
                  </a:lnTo>
                  <a:lnTo>
                    <a:pt x="0" y="0"/>
                  </a:lnTo>
                  <a:lnTo>
                    <a:pt x="0" y="6589369"/>
                  </a:lnTo>
                  <a:lnTo>
                    <a:pt x="16860943" y="6589369"/>
                  </a:lnTo>
                  <a:lnTo>
                    <a:pt x="16860943" y="0"/>
                  </a:lnTo>
                  <a:close/>
                </a:path>
              </a:pathLst>
            </a:custGeom>
            <a:solidFill>
              <a:srgbClr val="FFFFFF"/>
            </a:solidFill>
          </p:spPr>
          <p:txBody>
            <a:bodyPr wrap="square" lIns="0" tIns="0" rIns="0" bIns="0" rtlCol="0"/>
            <a:lstStyle/>
            <a:p>
              <a:endParaRPr/>
            </a:p>
          </p:txBody>
        </p:sp>
      </p:grpSp>
      <p:grpSp>
        <p:nvGrpSpPr>
          <p:cNvPr id="5" name="object 5"/>
          <p:cNvGrpSpPr/>
          <p:nvPr/>
        </p:nvGrpSpPr>
        <p:grpSpPr>
          <a:xfrm>
            <a:off x="15528287" y="9557279"/>
            <a:ext cx="1590040" cy="394970"/>
            <a:chOff x="15528287" y="9557279"/>
            <a:chExt cx="1590040" cy="394970"/>
          </a:xfrm>
        </p:grpSpPr>
        <p:sp>
          <p:nvSpPr>
            <p:cNvPr id="6" name="object 6"/>
            <p:cNvSpPr/>
            <p:nvPr/>
          </p:nvSpPr>
          <p:spPr>
            <a:xfrm>
              <a:off x="16883888" y="9566639"/>
              <a:ext cx="224790" cy="375920"/>
            </a:xfrm>
            <a:custGeom>
              <a:avLst/>
              <a:gdLst/>
              <a:ahLst/>
              <a:cxnLst/>
              <a:rect l="l" t="t" r="r" b="b"/>
              <a:pathLst>
                <a:path w="224790" h="375920">
                  <a:moveTo>
                    <a:pt x="224663" y="0"/>
                  </a:moveTo>
                  <a:lnTo>
                    <a:pt x="192278" y="0"/>
                  </a:lnTo>
                  <a:lnTo>
                    <a:pt x="0" y="375820"/>
                  </a:lnTo>
                  <a:lnTo>
                    <a:pt x="33147" y="375820"/>
                  </a:lnTo>
                  <a:lnTo>
                    <a:pt x="224663" y="0"/>
                  </a:lnTo>
                  <a:close/>
                </a:path>
              </a:pathLst>
            </a:custGeom>
            <a:solidFill>
              <a:srgbClr val="18181A"/>
            </a:solidFill>
          </p:spPr>
          <p:txBody>
            <a:bodyPr wrap="square" lIns="0" tIns="0" rIns="0" bIns="0" rtlCol="0"/>
            <a:lstStyle/>
            <a:p>
              <a:endParaRPr/>
            </a:p>
          </p:txBody>
        </p:sp>
        <p:sp>
          <p:nvSpPr>
            <p:cNvPr id="7" name="object 7"/>
            <p:cNvSpPr/>
            <p:nvPr/>
          </p:nvSpPr>
          <p:spPr>
            <a:xfrm>
              <a:off x="16883948" y="9566638"/>
              <a:ext cx="224790" cy="375920"/>
            </a:xfrm>
            <a:custGeom>
              <a:avLst/>
              <a:gdLst/>
              <a:ahLst/>
              <a:cxnLst/>
              <a:rect l="l" t="t" r="r" b="b"/>
              <a:pathLst>
                <a:path w="224790" h="375920">
                  <a:moveTo>
                    <a:pt x="224531" y="0"/>
                  </a:moveTo>
                  <a:lnTo>
                    <a:pt x="33019" y="375822"/>
                  </a:lnTo>
                  <a:lnTo>
                    <a:pt x="0" y="375822"/>
                  </a:lnTo>
                  <a:lnTo>
                    <a:pt x="192147" y="0"/>
                  </a:lnTo>
                  <a:lnTo>
                    <a:pt x="224531" y="0"/>
                  </a:lnTo>
                  <a:close/>
                </a:path>
              </a:pathLst>
            </a:custGeom>
            <a:ln w="18718">
              <a:solidFill>
                <a:srgbClr val="18181A"/>
              </a:solidFill>
            </a:ln>
          </p:spPr>
          <p:txBody>
            <a:bodyPr wrap="square" lIns="0" tIns="0" rIns="0" bIns="0" rtlCol="0"/>
            <a:lstStyle/>
            <a:p>
              <a:endParaRPr/>
            </a:p>
          </p:txBody>
        </p:sp>
        <p:sp>
          <p:nvSpPr>
            <p:cNvPr id="8" name="object 8"/>
            <p:cNvSpPr/>
            <p:nvPr/>
          </p:nvSpPr>
          <p:spPr>
            <a:xfrm>
              <a:off x="16659225" y="9566639"/>
              <a:ext cx="224790" cy="375920"/>
            </a:xfrm>
            <a:custGeom>
              <a:avLst/>
              <a:gdLst/>
              <a:ahLst/>
              <a:cxnLst/>
              <a:rect l="l" t="t" r="r" b="b"/>
              <a:pathLst>
                <a:path w="224790" h="375920">
                  <a:moveTo>
                    <a:pt x="224663" y="0"/>
                  </a:moveTo>
                  <a:lnTo>
                    <a:pt x="192278" y="0"/>
                  </a:lnTo>
                  <a:lnTo>
                    <a:pt x="0" y="375820"/>
                  </a:lnTo>
                  <a:lnTo>
                    <a:pt x="33147" y="375820"/>
                  </a:lnTo>
                  <a:lnTo>
                    <a:pt x="224663" y="0"/>
                  </a:lnTo>
                  <a:close/>
                </a:path>
              </a:pathLst>
            </a:custGeom>
            <a:solidFill>
              <a:srgbClr val="18181A"/>
            </a:solidFill>
          </p:spPr>
          <p:txBody>
            <a:bodyPr wrap="square" lIns="0" tIns="0" rIns="0" bIns="0" rtlCol="0"/>
            <a:lstStyle/>
            <a:p>
              <a:endParaRPr/>
            </a:p>
          </p:txBody>
        </p:sp>
        <p:sp>
          <p:nvSpPr>
            <p:cNvPr id="9" name="object 9"/>
            <p:cNvSpPr/>
            <p:nvPr/>
          </p:nvSpPr>
          <p:spPr>
            <a:xfrm>
              <a:off x="16659289" y="9566638"/>
              <a:ext cx="224790" cy="375920"/>
            </a:xfrm>
            <a:custGeom>
              <a:avLst/>
              <a:gdLst/>
              <a:ahLst/>
              <a:cxnLst/>
              <a:rect l="l" t="t" r="r" b="b"/>
              <a:pathLst>
                <a:path w="224790" h="375920">
                  <a:moveTo>
                    <a:pt x="224658" y="0"/>
                  </a:moveTo>
                  <a:lnTo>
                    <a:pt x="33146" y="375822"/>
                  </a:lnTo>
                  <a:lnTo>
                    <a:pt x="0" y="375822"/>
                  </a:lnTo>
                  <a:lnTo>
                    <a:pt x="192147" y="0"/>
                  </a:lnTo>
                  <a:lnTo>
                    <a:pt x="224658" y="0"/>
                  </a:lnTo>
                  <a:close/>
                </a:path>
              </a:pathLst>
            </a:custGeom>
            <a:ln w="18718">
              <a:solidFill>
                <a:srgbClr val="18181A"/>
              </a:solidFill>
            </a:ln>
          </p:spPr>
          <p:txBody>
            <a:bodyPr wrap="square" lIns="0" tIns="0" rIns="0" bIns="0" rtlCol="0"/>
            <a:lstStyle/>
            <a:p>
              <a:endParaRPr/>
            </a:p>
          </p:txBody>
        </p:sp>
        <p:sp>
          <p:nvSpPr>
            <p:cNvPr id="10" name="object 10"/>
            <p:cNvSpPr/>
            <p:nvPr/>
          </p:nvSpPr>
          <p:spPr>
            <a:xfrm>
              <a:off x="16435324" y="9566639"/>
              <a:ext cx="224790" cy="375920"/>
            </a:xfrm>
            <a:custGeom>
              <a:avLst/>
              <a:gdLst/>
              <a:ahLst/>
              <a:cxnLst/>
              <a:rect l="l" t="t" r="r" b="b"/>
              <a:pathLst>
                <a:path w="224790" h="375920">
                  <a:moveTo>
                    <a:pt x="224663" y="0"/>
                  </a:moveTo>
                  <a:lnTo>
                    <a:pt x="192278" y="0"/>
                  </a:lnTo>
                  <a:lnTo>
                    <a:pt x="0" y="375820"/>
                  </a:lnTo>
                  <a:lnTo>
                    <a:pt x="33147" y="375820"/>
                  </a:lnTo>
                  <a:lnTo>
                    <a:pt x="224663" y="0"/>
                  </a:lnTo>
                  <a:close/>
                </a:path>
              </a:pathLst>
            </a:custGeom>
            <a:solidFill>
              <a:srgbClr val="18181A"/>
            </a:solidFill>
          </p:spPr>
          <p:txBody>
            <a:bodyPr wrap="square" lIns="0" tIns="0" rIns="0" bIns="0" rtlCol="0"/>
            <a:lstStyle/>
            <a:p>
              <a:endParaRPr/>
            </a:p>
          </p:txBody>
        </p:sp>
        <p:sp>
          <p:nvSpPr>
            <p:cNvPr id="11" name="object 11"/>
            <p:cNvSpPr/>
            <p:nvPr/>
          </p:nvSpPr>
          <p:spPr>
            <a:xfrm>
              <a:off x="16435393" y="9566638"/>
              <a:ext cx="224790" cy="375920"/>
            </a:xfrm>
            <a:custGeom>
              <a:avLst/>
              <a:gdLst/>
              <a:ahLst/>
              <a:cxnLst/>
              <a:rect l="l" t="t" r="r" b="b"/>
              <a:pathLst>
                <a:path w="224790" h="375920">
                  <a:moveTo>
                    <a:pt x="224531" y="0"/>
                  </a:moveTo>
                  <a:lnTo>
                    <a:pt x="33146" y="375822"/>
                  </a:lnTo>
                  <a:lnTo>
                    <a:pt x="0" y="375822"/>
                  </a:lnTo>
                  <a:lnTo>
                    <a:pt x="192147" y="0"/>
                  </a:lnTo>
                  <a:lnTo>
                    <a:pt x="224531" y="0"/>
                  </a:lnTo>
                  <a:close/>
                </a:path>
              </a:pathLst>
            </a:custGeom>
            <a:ln w="18718">
              <a:solidFill>
                <a:srgbClr val="18181A"/>
              </a:solidFill>
            </a:ln>
          </p:spPr>
          <p:txBody>
            <a:bodyPr wrap="square" lIns="0" tIns="0" rIns="0" bIns="0" rtlCol="0"/>
            <a:lstStyle/>
            <a:p>
              <a:endParaRPr/>
            </a:p>
          </p:txBody>
        </p:sp>
        <p:sp>
          <p:nvSpPr>
            <p:cNvPr id="12" name="object 12"/>
            <p:cNvSpPr/>
            <p:nvPr/>
          </p:nvSpPr>
          <p:spPr>
            <a:xfrm>
              <a:off x="16210788" y="9566639"/>
              <a:ext cx="224790" cy="375920"/>
            </a:xfrm>
            <a:custGeom>
              <a:avLst/>
              <a:gdLst/>
              <a:ahLst/>
              <a:cxnLst/>
              <a:rect l="l" t="t" r="r" b="b"/>
              <a:pathLst>
                <a:path w="224790" h="375920">
                  <a:moveTo>
                    <a:pt x="224536" y="0"/>
                  </a:moveTo>
                  <a:lnTo>
                    <a:pt x="192151" y="0"/>
                  </a:lnTo>
                  <a:lnTo>
                    <a:pt x="0" y="375820"/>
                  </a:lnTo>
                  <a:lnTo>
                    <a:pt x="33020" y="375820"/>
                  </a:lnTo>
                  <a:lnTo>
                    <a:pt x="224536" y="0"/>
                  </a:lnTo>
                  <a:close/>
                </a:path>
              </a:pathLst>
            </a:custGeom>
            <a:solidFill>
              <a:srgbClr val="18181A"/>
            </a:solidFill>
          </p:spPr>
          <p:txBody>
            <a:bodyPr wrap="square" lIns="0" tIns="0" rIns="0" bIns="0" rtlCol="0"/>
            <a:lstStyle/>
            <a:p>
              <a:endParaRPr/>
            </a:p>
          </p:txBody>
        </p:sp>
        <p:sp>
          <p:nvSpPr>
            <p:cNvPr id="13" name="object 13"/>
            <p:cNvSpPr/>
            <p:nvPr/>
          </p:nvSpPr>
          <p:spPr>
            <a:xfrm>
              <a:off x="16210734" y="9566638"/>
              <a:ext cx="224790" cy="375920"/>
            </a:xfrm>
            <a:custGeom>
              <a:avLst/>
              <a:gdLst/>
              <a:ahLst/>
              <a:cxnLst/>
              <a:rect l="l" t="t" r="r" b="b"/>
              <a:pathLst>
                <a:path w="224790" h="375920">
                  <a:moveTo>
                    <a:pt x="224658" y="0"/>
                  </a:moveTo>
                  <a:lnTo>
                    <a:pt x="33146" y="375822"/>
                  </a:lnTo>
                  <a:lnTo>
                    <a:pt x="0" y="375822"/>
                  </a:lnTo>
                  <a:lnTo>
                    <a:pt x="192274" y="0"/>
                  </a:lnTo>
                  <a:lnTo>
                    <a:pt x="224658" y="0"/>
                  </a:lnTo>
                  <a:close/>
                </a:path>
              </a:pathLst>
            </a:custGeom>
            <a:ln w="18718">
              <a:solidFill>
                <a:srgbClr val="18181A"/>
              </a:solidFill>
            </a:ln>
          </p:spPr>
          <p:txBody>
            <a:bodyPr wrap="square" lIns="0" tIns="0" rIns="0" bIns="0" rtlCol="0"/>
            <a:lstStyle/>
            <a:p>
              <a:endParaRPr/>
            </a:p>
          </p:txBody>
        </p:sp>
        <p:sp>
          <p:nvSpPr>
            <p:cNvPr id="14" name="object 14"/>
            <p:cNvSpPr/>
            <p:nvPr/>
          </p:nvSpPr>
          <p:spPr>
            <a:xfrm>
              <a:off x="15986125" y="9566639"/>
              <a:ext cx="224790" cy="375920"/>
            </a:xfrm>
            <a:custGeom>
              <a:avLst/>
              <a:gdLst/>
              <a:ahLst/>
              <a:cxnLst/>
              <a:rect l="l" t="t" r="r" b="b"/>
              <a:pathLst>
                <a:path w="224790" h="375920">
                  <a:moveTo>
                    <a:pt x="224663" y="0"/>
                  </a:moveTo>
                  <a:lnTo>
                    <a:pt x="192278" y="0"/>
                  </a:lnTo>
                  <a:lnTo>
                    <a:pt x="0" y="375820"/>
                  </a:lnTo>
                  <a:lnTo>
                    <a:pt x="33147" y="375820"/>
                  </a:lnTo>
                  <a:lnTo>
                    <a:pt x="224663" y="0"/>
                  </a:lnTo>
                  <a:close/>
                </a:path>
              </a:pathLst>
            </a:custGeom>
            <a:solidFill>
              <a:srgbClr val="18181A"/>
            </a:solidFill>
          </p:spPr>
          <p:txBody>
            <a:bodyPr wrap="square" lIns="0" tIns="0" rIns="0" bIns="0" rtlCol="0"/>
            <a:lstStyle/>
            <a:p>
              <a:endParaRPr/>
            </a:p>
          </p:txBody>
        </p:sp>
        <p:sp>
          <p:nvSpPr>
            <p:cNvPr id="15" name="object 15"/>
            <p:cNvSpPr/>
            <p:nvPr/>
          </p:nvSpPr>
          <p:spPr>
            <a:xfrm>
              <a:off x="15986075" y="9566638"/>
              <a:ext cx="224790" cy="375920"/>
            </a:xfrm>
            <a:custGeom>
              <a:avLst/>
              <a:gdLst/>
              <a:ahLst/>
              <a:cxnLst/>
              <a:rect l="l" t="t" r="r" b="b"/>
              <a:pathLst>
                <a:path w="224790" h="375920">
                  <a:moveTo>
                    <a:pt x="224658" y="0"/>
                  </a:moveTo>
                  <a:lnTo>
                    <a:pt x="33146" y="375822"/>
                  </a:lnTo>
                  <a:lnTo>
                    <a:pt x="0" y="375822"/>
                  </a:lnTo>
                  <a:lnTo>
                    <a:pt x="192274" y="0"/>
                  </a:lnTo>
                  <a:lnTo>
                    <a:pt x="224658" y="0"/>
                  </a:lnTo>
                  <a:close/>
                </a:path>
              </a:pathLst>
            </a:custGeom>
            <a:ln w="18718">
              <a:solidFill>
                <a:srgbClr val="18181A"/>
              </a:solidFill>
            </a:ln>
          </p:spPr>
          <p:txBody>
            <a:bodyPr wrap="square" lIns="0" tIns="0" rIns="0" bIns="0" rtlCol="0"/>
            <a:lstStyle/>
            <a:p>
              <a:endParaRPr/>
            </a:p>
          </p:txBody>
        </p:sp>
        <p:sp>
          <p:nvSpPr>
            <p:cNvPr id="16" name="object 16"/>
            <p:cNvSpPr/>
            <p:nvPr/>
          </p:nvSpPr>
          <p:spPr>
            <a:xfrm>
              <a:off x="15762224" y="9566639"/>
              <a:ext cx="224790" cy="375920"/>
            </a:xfrm>
            <a:custGeom>
              <a:avLst/>
              <a:gdLst/>
              <a:ahLst/>
              <a:cxnLst/>
              <a:rect l="l" t="t" r="r" b="b"/>
              <a:pathLst>
                <a:path w="224790" h="375920">
                  <a:moveTo>
                    <a:pt x="224663" y="0"/>
                  </a:moveTo>
                  <a:lnTo>
                    <a:pt x="192278" y="0"/>
                  </a:lnTo>
                  <a:lnTo>
                    <a:pt x="0" y="375820"/>
                  </a:lnTo>
                  <a:lnTo>
                    <a:pt x="33147" y="375820"/>
                  </a:lnTo>
                  <a:lnTo>
                    <a:pt x="224663" y="0"/>
                  </a:lnTo>
                  <a:close/>
                </a:path>
              </a:pathLst>
            </a:custGeom>
            <a:solidFill>
              <a:srgbClr val="18181A"/>
            </a:solidFill>
          </p:spPr>
          <p:txBody>
            <a:bodyPr wrap="square" lIns="0" tIns="0" rIns="0" bIns="0" rtlCol="0"/>
            <a:lstStyle/>
            <a:p>
              <a:endParaRPr/>
            </a:p>
          </p:txBody>
        </p:sp>
        <p:sp>
          <p:nvSpPr>
            <p:cNvPr id="17" name="object 17"/>
            <p:cNvSpPr/>
            <p:nvPr/>
          </p:nvSpPr>
          <p:spPr>
            <a:xfrm>
              <a:off x="15762178" y="9566638"/>
              <a:ext cx="224790" cy="375920"/>
            </a:xfrm>
            <a:custGeom>
              <a:avLst/>
              <a:gdLst/>
              <a:ahLst/>
              <a:cxnLst/>
              <a:rect l="l" t="t" r="r" b="b"/>
              <a:pathLst>
                <a:path w="224790" h="375920">
                  <a:moveTo>
                    <a:pt x="224658" y="0"/>
                  </a:moveTo>
                  <a:lnTo>
                    <a:pt x="33146" y="375822"/>
                  </a:lnTo>
                  <a:lnTo>
                    <a:pt x="0" y="375822"/>
                  </a:lnTo>
                  <a:lnTo>
                    <a:pt x="192274" y="0"/>
                  </a:lnTo>
                  <a:lnTo>
                    <a:pt x="224658" y="0"/>
                  </a:lnTo>
                  <a:close/>
                </a:path>
              </a:pathLst>
            </a:custGeom>
            <a:ln w="18718">
              <a:solidFill>
                <a:srgbClr val="18181A"/>
              </a:solidFill>
            </a:ln>
          </p:spPr>
          <p:txBody>
            <a:bodyPr wrap="square" lIns="0" tIns="0" rIns="0" bIns="0" rtlCol="0"/>
            <a:lstStyle/>
            <a:p>
              <a:endParaRPr/>
            </a:p>
          </p:txBody>
        </p:sp>
        <p:sp>
          <p:nvSpPr>
            <p:cNvPr id="18" name="object 18"/>
            <p:cNvSpPr/>
            <p:nvPr/>
          </p:nvSpPr>
          <p:spPr>
            <a:xfrm>
              <a:off x="15537561" y="9566639"/>
              <a:ext cx="224790" cy="375920"/>
            </a:xfrm>
            <a:custGeom>
              <a:avLst/>
              <a:gdLst/>
              <a:ahLst/>
              <a:cxnLst/>
              <a:rect l="l" t="t" r="r" b="b"/>
              <a:pathLst>
                <a:path w="224790" h="375920">
                  <a:moveTo>
                    <a:pt x="224663" y="0"/>
                  </a:moveTo>
                  <a:lnTo>
                    <a:pt x="192278" y="0"/>
                  </a:lnTo>
                  <a:lnTo>
                    <a:pt x="0" y="375820"/>
                  </a:lnTo>
                  <a:lnTo>
                    <a:pt x="33147" y="375820"/>
                  </a:lnTo>
                  <a:lnTo>
                    <a:pt x="224663" y="0"/>
                  </a:lnTo>
                  <a:close/>
                </a:path>
              </a:pathLst>
            </a:custGeom>
            <a:solidFill>
              <a:srgbClr val="18181A"/>
            </a:solidFill>
          </p:spPr>
          <p:txBody>
            <a:bodyPr wrap="square" lIns="0" tIns="0" rIns="0" bIns="0" rtlCol="0"/>
            <a:lstStyle/>
            <a:p>
              <a:endParaRPr/>
            </a:p>
          </p:txBody>
        </p:sp>
        <p:sp>
          <p:nvSpPr>
            <p:cNvPr id="19" name="object 19"/>
            <p:cNvSpPr/>
            <p:nvPr/>
          </p:nvSpPr>
          <p:spPr>
            <a:xfrm>
              <a:off x="15537647" y="9566638"/>
              <a:ext cx="224790" cy="375920"/>
            </a:xfrm>
            <a:custGeom>
              <a:avLst/>
              <a:gdLst/>
              <a:ahLst/>
              <a:cxnLst/>
              <a:rect l="l" t="t" r="r" b="b"/>
              <a:pathLst>
                <a:path w="224790" h="375920">
                  <a:moveTo>
                    <a:pt x="224531" y="0"/>
                  </a:moveTo>
                  <a:lnTo>
                    <a:pt x="33019" y="375822"/>
                  </a:lnTo>
                  <a:lnTo>
                    <a:pt x="0" y="375822"/>
                  </a:lnTo>
                  <a:lnTo>
                    <a:pt x="192147" y="0"/>
                  </a:lnTo>
                  <a:lnTo>
                    <a:pt x="224531" y="0"/>
                  </a:lnTo>
                  <a:close/>
                </a:path>
              </a:pathLst>
            </a:custGeom>
            <a:ln w="18718">
              <a:solidFill>
                <a:srgbClr val="18181A"/>
              </a:solidFill>
            </a:ln>
          </p:spPr>
          <p:txBody>
            <a:bodyPr wrap="square" lIns="0" tIns="0" rIns="0" bIns="0" rtlCol="0"/>
            <a:lstStyle/>
            <a:p>
              <a:endParaRPr/>
            </a:p>
          </p:txBody>
        </p:sp>
      </p:grpSp>
      <p:sp>
        <p:nvSpPr>
          <p:cNvPr id="20" name="object 20"/>
          <p:cNvSpPr/>
          <p:nvPr/>
        </p:nvSpPr>
        <p:spPr>
          <a:xfrm>
            <a:off x="0" y="794817"/>
            <a:ext cx="4605655" cy="268605"/>
          </a:xfrm>
          <a:custGeom>
            <a:avLst/>
            <a:gdLst/>
            <a:ahLst/>
            <a:cxnLst/>
            <a:rect l="l" t="t" r="r" b="b"/>
            <a:pathLst>
              <a:path w="4605655" h="268605">
                <a:moveTo>
                  <a:pt x="0" y="268579"/>
                </a:moveTo>
                <a:lnTo>
                  <a:pt x="0" y="0"/>
                </a:lnTo>
                <a:lnTo>
                  <a:pt x="4605070" y="0"/>
                </a:lnTo>
                <a:lnTo>
                  <a:pt x="4605070" y="268579"/>
                </a:lnTo>
                <a:lnTo>
                  <a:pt x="0" y="268579"/>
                </a:lnTo>
                <a:close/>
              </a:path>
            </a:pathLst>
          </a:custGeom>
          <a:solidFill>
            <a:srgbClr val="575259"/>
          </a:solidFill>
        </p:spPr>
        <p:txBody>
          <a:bodyPr wrap="square" lIns="0" tIns="0" rIns="0" bIns="0" rtlCol="0"/>
          <a:lstStyle/>
          <a:p>
            <a:endParaRPr/>
          </a:p>
        </p:txBody>
      </p:sp>
      <p:sp>
        <p:nvSpPr>
          <p:cNvPr id="21" name="object 21"/>
          <p:cNvSpPr/>
          <p:nvPr/>
        </p:nvSpPr>
        <p:spPr>
          <a:xfrm>
            <a:off x="-719" y="234721"/>
            <a:ext cx="4606290" cy="271780"/>
          </a:xfrm>
          <a:custGeom>
            <a:avLst/>
            <a:gdLst/>
            <a:ahLst/>
            <a:cxnLst/>
            <a:rect l="l" t="t" r="r" b="b"/>
            <a:pathLst>
              <a:path w="4606290" h="271780">
                <a:moveTo>
                  <a:pt x="4605790" y="0"/>
                </a:moveTo>
                <a:lnTo>
                  <a:pt x="0" y="0"/>
                </a:lnTo>
                <a:lnTo>
                  <a:pt x="0" y="271411"/>
                </a:lnTo>
                <a:lnTo>
                  <a:pt x="2303254" y="271411"/>
                </a:lnTo>
                <a:lnTo>
                  <a:pt x="4605790" y="271411"/>
                </a:lnTo>
                <a:lnTo>
                  <a:pt x="4605790" y="0"/>
                </a:lnTo>
                <a:close/>
              </a:path>
            </a:pathLst>
          </a:custGeom>
          <a:solidFill>
            <a:srgbClr val="86808A"/>
          </a:solidFill>
        </p:spPr>
        <p:txBody>
          <a:bodyPr wrap="square" lIns="0" tIns="0" rIns="0" bIns="0" rtlCol="0"/>
          <a:lstStyle/>
          <a:p>
            <a:endParaRPr/>
          </a:p>
        </p:txBody>
      </p:sp>
      <p:sp>
        <p:nvSpPr>
          <p:cNvPr id="22" name="object 22"/>
          <p:cNvSpPr/>
          <p:nvPr/>
        </p:nvSpPr>
        <p:spPr>
          <a:xfrm>
            <a:off x="0" y="1339926"/>
            <a:ext cx="4605655" cy="266700"/>
          </a:xfrm>
          <a:custGeom>
            <a:avLst/>
            <a:gdLst/>
            <a:ahLst/>
            <a:cxnLst/>
            <a:rect l="l" t="t" r="r" b="b"/>
            <a:pathLst>
              <a:path w="4605655" h="266700">
                <a:moveTo>
                  <a:pt x="0" y="266699"/>
                </a:moveTo>
                <a:lnTo>
                  <a:pt x="0" y="0"/>
                </a:lnTo>
                <a:lnTo>
                  <a:pt x="4605070" y="0"/>
                </a:lnTo>
                <a:lnTo>
                  <a:pt x="4605070" y="266699"/>
                </a:lnTo>
                <a:lnTo>
                  <a:pt x="0" y="266699"/>
                </a:lnTo>
                <a:close/>
              </a:path>
            </a:pathLst>
          </a:custGeom>
          <a:solidFill>
            <a:srgbClr val="29282C"/>
          </a:solidFill>
        </p:spPr>
        <p:txBody>
          <a:bodyPr wrap="square" lIns="0" tIns="0" rIns="0" bIns="0" rtlCol="0"/>
          <a:lstStyle/>
          <a:p>
            <a:endParaRPr/>
          </a:p>
        </p:txBody>
      </p:sp>
      <p:sp>
        <p:nvSpPr>
          <p:cNvPr id="23" name="object 23"/>
          <p:cNvSpPr/>
          <p:nvPr/>
        </p:nvSpPr>
        <p:spPr>
          <a:xfrm>
            <a:off x="12986638" y="0"/>
            <a:ext cx="5295900" cy="1612265"/>
          </a:xfrm>
          <a:custGeom>
            <a:avLst/>
            <a:gdLst/>
            <a:ahLst/>
            <a:cxnLst/>
            <a:rect l="l" t="t" r="r" b="b"/>
            <a:pathLst>
              <a:path w="5295900" h="1612265">
                <a:moveTo>
                  <a:pt x="5295899" y="0"/>
                </a:moveTo>
                <a:lnTo>
                  <a:pt x="0" y="0"/>
                </a:lnTo>
                <a:lnTo>
                  <a:pt x="0" y="1611934"/>
                </a:lnTo>
                <a:lnTo>
                  <a:pt x="5295899" y="1611934"/>
                </a:lnTo>
                <a:lnTo>
                  <a:pt x="5295899" y="0"/>
                </a:lnTo>
                <a:close/>
              </a:path>
            </a:pathLst>
          </a:custGeom>
          <a:solidFill>
            <a:srgbClr val="18181A"/>
          </a:solidFill>
        </p:spPr>
        <p:txBody>
          <a:bodyPr wrap="square" lIns="0" tIns="0" rIns="0" bIns="0" rtlCol="0"/>
          <a:lstStyle/>
          <a:p>
            <a:endParaRPr/>
          </a:p>
        </p:txBody>
      </p:sp>
      <p:sp>
        <p:nvSpPr>
          <p:cNvPr id="24" name="object 24"/>
          <p:cNvSpPr/>
          <p:nvPr/>
        </p:nvSpPr>
        <p:spPr>
          <a:xfrm>
            <a:off x="523437" y="5116308"/>
            <a:ext cx="1807210" cy="5170805"/>
          </a:xfrm>
          <a:custGeom>
            <a:avLst/>
            <a:gdLst/>
            <a:ahLst/>
            <a:cxnLst/>
            <a:rect l="l" t="t" r="r" b="b"/>
            <a:pathLst>
              <a:path w="1807210" h="5170805">
                <a:moveTo>
                  <a:pt x="903573" y="0"/>
                </a:moveTo>
                <a:lnTo>
                  <a:pt x="1807146" y="0"/>
                </a:lnTo>
                <a:lnTo>
                  <a:pt x="1807146" y="5170690"/>
                </a:lnTo>
              </a:path>
              <a:path w="1807210" h="5170805">
                <a:moveTo>
                  <a:pt x="0" y="5170690"/>
                </a:moveTo>
                <a:lnTo>
                  <a:pt x="0" y="0"/>
                </a:lnTo>
                <a:lnTo>
                  <a:pt x="903573" y="0"/>
                </a:lnTo>
              </a:path>
            </a:pathLst>
          </a:custGeom>
          <a:ln w="76318">
            <a:solidFill>
              <a:srgbClr val="FFB700"/>
            </a:solidFill>
          </a:ln>
        </p:spPr>
        <p:txBody>
          <a:bodyPr wrap="square" lIns="0" tIns="0" rIns="0" bIns="0" rtlCol="0"/>
          <a:lstStyle/>
          <a:p>
            <a:endParaRPr/>
          </a:p>
        </p:txBody>
      </p:sp>
      <p:sp>
        <p:nvSpPr>
          <p:cNvPr id="25" name="object 25"/>
          <p:cNvSpPr/>
          <p:nvPr/>
        </p:nvSpPr>
        <p:spPr>
          <a:xfrm>
            <a:off x="2614248" y="8600334"/>
            <a:ext cx="1548130" cy="1525270"/>
          </a:xfrm>
          <a:custGeom>
            <a:avLst/>
            <a:gdLst/>
            <a:ahLst/>
            <a:cxnLst/>
            <a:rect l="l" t="t" r="r" b="b"/>
            <a:pathLst>
              <a:path w="1548129" h="1525270">
                <a:moveTo>
                  <a:pt x="773982" y="0"/>
                </a:moveTo>
                <a:lnTo>
                  <a:pt x="1547952" y="0"/>
                </a:lnTo>
                <a:lnTo>
                  <a:pt x="1547952" y="1524937"/>
                </a:lnTo>
                <a:lnTo>
                  <a:pt x="0" y="1524937"/>
                </a:lnTo>
                <a:lnTo>
                  <a:pt x="0" y="0"/>
                </a:lnTo>
                <a:lnTo>
                  <a:pt x="773982" y="0"/>
                </a:lnTo>
                <a:close/>
              </a:path>
            </a:pathLst>
          </a:custGeom>
          <a:ln w="38159">
            <a:solidFill>
              <a:srgbClr val="FFFFFF"/>
            </a:solidFill>
          </a:ln>
        </p:spPr>
        <p:txBody>
          <a:bodyPr wrap="square" lIns="0" tIns="0" rIns="0" bIns="0" rtlCol="0"/>
          <a:lstStyle/>
          <a:p>
            <a:endParaRPr/>
          </a:p>
        </p:txBody>
      </p:sp>
      <p:sp>
        <p:nvSpPr>
          <p:cNvPr id="26" name="object 26"/>
          <p:cNvSpPr txBox="1">
            <a:spLocks noGrp="1"/>
          </p:cNvSpPr>
          <p:nvPr>
            <p:ph type="title"/>
          </p:nvPr>
        </p:nvSpPr>
        <p:spPr>
          <a:prstGeom prst="rect">
            <a:avLst/>
          </a:prstGeom>
        </p:spPr>
        <p:txBody>
          <a:bodyPr vert="horz" wrap="square" lIns="0" tIns="15240" rIns="0" bIns="0" rtlCol="0">
            <a:spAutoFit/>
          </a:bodyPr>
          <a:lstStyle/>
          <a:p>
            <a:pPr marL="4491990">
              <a:lnSpc>
                <a:spcPct val="100000"/>
              </a:lnSpc>
              <a:spcBef>
                <a:spcPts val="120"/>
              </a:spcBef>
            </a:pPr>
            <a:r>
              <a:rPr spc="-260" dirty="0"/>
              <a:t>Conclusion</a:t>
            </a:r>
            <a:r>
              <a:rPr spc="-484" dirty="0"/>
              <a:t> </a:t>
            </a:r>
            <a:r>
              <a:rPr spc="-375" dirty="0"/>
              <a:t>and</a:t>
            </a:r>
            <a:r>
              <a:rPr spc="-484" dirty="0"/>
              <a:t> </a:t>
            </a:r>
            <a:r>
              <a:rPr spc="-409" dirty="0"/>
              <a:t>Future</a:t>
            </a:r>
            <a:r>
              <a:rPr spc="-484" dirty="0"/>
              <a:t> </a:t>
            </a:r>
            <a:r>
              <a:rPr spc="-325" dirty="0"/>
              <a:t>Directions</a:t>
            </a:r>
          </a:p>
        </p:txBody>
      </p:sp>
      <p:sp>
        <p:nvSpPr>
          <p:cNvPr id="28" name="object 28"/>
          <p:cNvSpPr txBox="1"/>
          <p:nvPr/>
        </p:nvSpPr>
        <p:spPr>
          <a:xfrm>
            <a:off x="2614248" y="3860337"/>
            <a:ext cx="11882802" cy="1488869"/>
          </a:xfrm>
          <a:prstGeom prst="rect">
            <a:avLst/>
          </a:prstGeom>
        </p:spPr>
        <p:txBody>
          <a:bodyPr vert="horz" wrap="square" lIns="0" tIns="11430" rIns="0" bIns="0" rtlCol="0">
            <a:spAutoFit/>
          </a:bodyPr>
          <a:lstStyle/>
          <a:p>
            <a:pPr marL="12700" marR="5080" indent="459740" algn="just">
              <a:lnSpc>
                <a:spcPct val="100299"/>
              </a:lnSpc>
              <a:spcBef>
                <a:spcPts val="90"/>
              </a:spcBef>
              <a:tabLst>
                <a:tab pos="4859655" algn="l"/>
              </a:tabLst>
            </a:pPr>
            <a:r>
              <a:rPr sz="2400" spc="-50" dirty="0">
                <a:solidFill>
                  <a:srgbClr val="18181A"/>
                </a:solidFill>
                <a:latin typeface="Verdana"/>
                <a:cs typeface="Verdana"/>
              </a:rPr>
              <a:t>The</a:t>
            </a:r>
            <a:r>
              <a:rPr sz="2400" spc="-305" dirty="0">
                <a:solidFill>
                  <a:srgbClr val="18181A"/>
                </a:solidFill>
                <a:latin typeface="Verdana"/>
                <a:cs typeface="Verdana"/>
              </a:rPr>
              <a:t> </a:t>
            </a:r>
            <a:r>
              <a:rPr sz="2400" spc="-100" dirty="0">
                <a:solidFill>
                  <a:srgbClr val="18181A"/>
                </a:solidFill>
                <a:latin typeface="Verdana"/>
                <a:cs typeface="Verdana"/>
              </a:rPr>
              <a:t>development</a:t>
            </a:r>
            <a:r>
              <a:rPr sz="2400" spc="-300" dirty="0">
                <a:solidFill>
                  <a:srgbClr val="18181A"/>
                </a:solidFill>
                <a:latin typeface="Verdana"/>
                <a:cs typeface="Verdana"/>
              </a:rPr>
              <a:t> </a:t>
            </a:r>
            <a:r>
              <a:rPr sz="2400" spc="-10" dirty="0">
                <a:solidFill>
                  <a:srgbClr val="18181A"/>
                </a:solidFill>
                <a:latin typeface="Verdana"/>
                <a:cs typeface="Verdana"/>
              </a:rPr>
              <a:t>of</a:t>
            </a:r>
            <a:r>
              <a:rPr sz="2400" spc="-300" dirty="0">
                <a:solidFill>
                  <a:srgbClr val="18181A"/>
                </a:solidFill>
                <a:latin typeface="Verdana"/>
                <a:cs typeface="Verdana"/>
              </a:rPr>
              <a:t> </a:t>
            </a:r>
            <a:r>
              <a:rPr sz="2400" spc="-140" dirty="0">
                <a:solidFill>
                  <a:srgbClr val="18181A"/>
                </a:solidFill>
                <a:latin typeface="Verdana"/>
                <a:cs typeface="Verdana"/>
              </a:rPr>
              <a:t>an</a:t>
            </a:r>
            <a:r>
              <a:rPr sz="2400" spc="-300" dirty="0">
                <a:solidFill>
                  <a:srgbClr val="18181A"/>
                </a:solidFill>
                <a:latin typeface="Verdana"/>
                <a:cs typeface="Verdana"/>
              </a:rPr>
              <a:t> </a:t>
            </a:r>
            <a:r>
              <a:rPr sz="2400" spc="-114" dirty="0">
                <a:solidFill>
                  <a:srgbClr val="18181A"/>
                </a:solidFill>
                <a:latin typeface="Verdana"/>
                <a:cs typeface="Verdana"/>
              </a:rPr>
              <a:t>AI</a:t>
            </a:r>
            <a:r>
              <a:rPr sz="2400" spc="-300" dirty="0">
                <a:solidFill>
                  <a:srgbClr val="18181A"/>
                </a:solidFill>
                <a:latin typeface="Verdana"/>
                <a:cs typeface="Verdana"/>
              </a:rPr>
              <a:t> </a:t>
            </a:r>
            <a:r>
              <a:rPr sz="2400" spc="-95" dirty="0">
                <a:solidFill>
                  <a:srgbClr val="18181A"/>
                </a:solidFill>
                <a:latin typeface="Verdana"/>
                <a:cs typeface="Verdana"/>
              </a:rPr>
              <a:t>model</a:t>
            </a:r>
            <a:r>
              <a:rPr sz="2400" spc="-305" dirty="0">
                <a:solidFill>
                  <a:srgbClr val="18181A"/>
                </a:solidFill>
                <a:latin typeface="Verdana"/>
                <a:cs typeface="Verdana"/>
              </a:rPr>
              <a:t> </a:t>
            </a:r>
            <a:r>
              <a:rPr sz="2400" spc="-55" dirty="0">
                <a:solidFill>
                  <a:srgbClr val="18181A"/>
                </a:solidFill>
                <a:latin typeface="Verdana"/>
                <a:cs typeface="Verdana"/>
              </a:rPr>
              <a:t>for</a:t>
            </a:r>
            <a:r>
              <a:rPr sz="2400" spc="-300" dirty="0">
                <a:solidFill>
                  <a:srgbClr val="18181A"/>
                </a:solidFill>
                <a:latin typeface="Verdana"/>
                <a:cs typeface="Verdana"/>
              </a:rPr>
              <a:t> </a:t>
            </a:r>
            <a:r>
              <a:rPr sz="2400" spc="-90" dirty="0">
                <a:solidFill>
                  <a:srgbClr val="18181A"/>
                </a:solidFill>
                <a:latin typeface="Verdana"/>
                <a:cs typeface="Verdana"/>
              </a:rPr>
              <a:t>breast</a:t>
            </a:r>
            <a:r>
              <a:rPr sz="2400" spc="-300" dirty="0">
                <a:solidFill>
                  <a:srgbClr val="18181A"/>
                </a:solidFill>
                <a:latin typeface="Verdana"/>
                <a:cs typeface="Verdana"/>
              </a:rPr>
              <a:t> </a:t>
            </a:r>
            <a:r>
              <a:rPr sz="2400" spc="-65" dirty="0">
                <a:solidFill>
                  <a:srgbClr val="18181A"/>
                </a:solidFill>
                <a:latin typeface="Verdana"/>
                <a:cs typeface="Verdana"/>
              </a:rPr>
              <a:t>cancer</a:t>
            </a:r>
            <a:r>
              <a:rPr sz="2400" spc="-300" dirty="0">
                <a:solidFill>
                  <a:srgbClr val="18181A"/>
                </a:solidFill>
                <a:latin typeface="Verdana"/>
                <a:cs typeface="Verdana"/>
              </a:rPr>
              <a:t> </a:t>
            </a:r>
            <a:r>
              <a:rPr sz="2400" spc="-75" dirty="0">
                <a:solidFill>
                  <a:srgbClr val="18181A"/>
                </a:solidFill>
                <a:latin typeface="Verdana"/>
                <a:cs typeface="Verdana"/>
              </a:rPr>
              <a:t>prediction</a:t>
            </a:r>
            <a:r>
              <a:rPr sz="2400" spc="-300" dirty="0">
                <a:solidFill>
                  <a:srgbClr val="18181A"/>
                </a:solidFill>
                <a:latin typeface="Verdana"/>
                <a:cs typeface="Verdana"/>
              </a:rPr>
              <a:t> </a:t>
            </a:r>
            <a:r>
              <a:rPr sz="2400" spc="-85" dirty="0">
                <a:solidFill>
                  <a:srgbClr val="18181A"/>
                </a:solidFill>
                <a:latin typeface="Verdana"/>
                <a:cs typeface="Verdana"/>
              </a:rPr>
              <a:t>represents</a:t>
            </a:r>
            <a:r>
              <a:rPr sz="2400" spc="-305" dirty="0">
                <a:solidFill>
                  <a:srgbClr val="18181A"/>
                </a:solidFill>
                <a:latin typeface="Verdana"/>
                <a:cs typeface="Verdana"/>
              </a:rPr>
              <a:t> </a:t>
            </a:r>
            <a:r>
              <a:rPr sz="2400" spc="-135" dirty="0">
                <a:solidFill>
                  <a:srgbClr val="18181A"/>
                </a:solidFill>
                <a:latin typeface="Verdana"/>
                <a:cs typeface="Verdana"/>
              </a:rPr>
              <a:t>a</a:t>
            </a:r>
            <a:r>
              <a:rPr sz="2400" spc="-300" dirty="0">
                <a:solidFill>
                  <a:srgbClr val="18181A"/>
                </a:solidFill>
                <a:latin typeface="Verdana"/>
                <a:cs typeface="Verdana"/>
              </a:rPr>
              <a:t> </a:t>
            </a:r>
            <a:r>
              <a:rPr sz="2400" spc="-20" dirty="0">
                <a:solidFill>
                  <a:srgbClr val="18181A"/>
                </a:solidFill>
                <a:latin typeface="Verdana"/>
                <a:cs typeface="Verdana"/>
              </a:rPr>
              <a:t>significant </a:t>
            </a:r>
            <a:r>
              <a:rPr sz="2400" spc="-110" dirty="0">
                <a:solidFill>
                  <a:srgbClr val="18181A"/>
                </a:solidFill>
                <a:latin typeface="Verdana"/>
                <a:cs typeface="Verdana"/>
              </a:rPr>
              <a:t>advancement</a:t>
            </a:r>
            <a:r>
              <a:rPr sz="2400" spc="-280" dirty="0">
                <a:solidFill>
                  <a:srgbClr val="18181A"/>
                </a:solidFill>
                <a:latin typeface="Verdana"/>
                <a:cs typeface="Verdana"/>
              </a:rPr>
              <a:t> </a:t>
            </a:r>
            <a:r>
              <a:rPr sz="2400" spc="-125" dirty="0">
                <a:solidFill>
                  <a:srgbClr val="18181A"/>
                </a:solidFill>
                <a:latin typeface="Verdana"/>
                <a:cs typeface="Verdana"/>
              </a:rPr>
              <a:t>in</a:t>
            </a:r>
            <a:r>
              <a:rPr sz="2400" spc="-275" dirty="0">
                <a:solidFill>
                  <a:srgbClr val="18181A"/>
                </a:solidFill>
                <a:latin typeface="Verdana"/>
                <a:cs typeface="Verdana"/>
              </a:rPr>
              <a:t> </a:t>
            </a:r>
            <a:r>
              <a:rPr sz="2400" spc="-120" dirty="0">
                <a:solidFill>
                  <a:srgbClr val="18181A"/>
                </a:solidFill>
                <a:latin typeface="Verdana"/>
                <a:cs typeface="Verdana"/>
              </a:rPr>
              <a:t>healthcare.</a:t>
            </a:r>
            <a:r>
              <a:rPr sz="2400" spc="-275" dirty="0">
                <a:solidFill>
                  <a:srgbClr val="18181A"/>
                </a:solidFill>
                <a:latin typeface="Verdana"/>
                <a:cs typeface="Verdana"/>
              </a:rPr>
              <a:t> </a:t>
            </a:r>
            <a:r>
              <a:rPr sz="2400" spc="-100" dirty="0">
                <a:solidFill>
                  <a:srgbClr val="18181A"/>
                </a:solidFill>
                <a:latin typeface="Verdana"/>
                <a:cs typeface="Verdana"/>
              </a:rPr>
              <a:t>Future</a:t>
            </a:r>
            <a:r>
              <a:rPr sz="2400" spc="-280" dirty="0">
                <a:solidFill>
                  <a:srgbClr val="18181A"/>
                </a:solidFill>
                <a:latin typeface="Verdana"/>
                <a:cs typeface="Verdana"/>
              </a:rPr>
              <a:t> </a:t>
            </a:r>
            <a:r>
              <a:rPr sz="2400" spc="-75" dirty="0">
                <a:solidFill>
                  <a:srgbClr val="18181A"/>
                </a:solidFill>
                <a:latin typeface="Verdana"/>
                <a:cs typeface="Verdana"/>
              </a:rPr>
              <a:t>directions</a:t>
            </a:r>
            <a:r>
              <a:rPr sz="2400" spc="-275" dirty="0">
                <a:solidFill>
                  <a:srgbClr val="18181A"/>
                </a:solidFill>
                <a:latin typeface="Verdana"/>
                <a:cs typeface="Verdana"/>
              </a:rPr>
              <a:t> </a:t>
            </a:r>
            <a:r>
              <a:rPr sz="2400" spc="-90" dirty="0">
                <a:solidFill>
                  <a:srgbClr val="18181A"/>
                </a:solidFill>
                <a:latin typeface="Verdana"/>
                <a:cs typeface="Verdana"/>
              </a:rPr>
              <a:t>include</a:t>
            </a:r>
            <a:r>
              <a:rPr sz="2400" spc="-275" dirty="0">
                <a:solidFill>
                  <a:srgbClr val="18181A"/>
                </a:solidFill>
                <a:latin typeface="Verdana"/>
                <a:cs typeface="Verdana"/>
              </a:rPr>
              <a:t> </a:t>
            </a:r>
            <a:r>
              <a:rPr sz="2400" spc="-90" dirty="0">
                <a:solidFill>
                  <a:srgbClr val="18181A"/>
                </a:solidFill>
                <a:latin typeface="Verdana"/>
                <a:cs typeface="Verdana"/>
              </a:rPr>
              <a:t>refining</a:t>
            </a:r>
            <a:r>
              <a:rPr sz="2400" spc="-275" dirty="0">
                <a:solidFill>
                  <a:srgbClr val="18181A"/>
                </a:solidFill>
                <a:latin typeface="Verdana"/>
                <a:cs typeface="Verdana"/>
              </a:rPr>
              <a:t> </a:t>
            </a:r>
            <a:r>
              <a:rPr sz="2400" spc="-65" dirty="0">
                <a:solidFill>
                  <a:srgbClr val="18181A"/>
                </a:solidFill>
                <a:latin typeface="Verdana"/>
                <a:cs typeface="Verdana"/>
              </a:rPr>
              <a:t>the</a:t>
            </a:r>
            <a:r>
              <a:rPr sz="2400" spc="-280" dirty="0">
                <a:solidFill>
                  <a:srgbClr val="18181A"/>
                </a:solidFill>
                <a:latin typeface="Verdana"/>
                <a:cs typeface="Verdana"/>
              </a:rPr>
              <a:t> </a:t>
            </a:r>
            <a:r>
              <a:rPr sz="2400" spc="-140" dirty="0">
                <a:solidFill>
                  <a:srgbClr val="18181A"/>
                </a:solidFill>
                <a:latin typeface="Verdana"/>
                <a:cs typeface="Verdana"/>
              </a:rPr>
              <a:t>model,</a:t>
            </a:r>
            <a:r>
              <a:rPr sz="2400" spc="-275" dirty="0">
                <a:solidFill>
                  <a:srgbClr val="18181A"/>
                </a:solidFill>
                <a:latin typeface="Verdana"/>
                <a:cs typeface="Verdana"/>
              </a:rPr>
              <a:t> </a:t>
            </a:r>
            <a:r>
              <a:rPr sz="2400" spc="-110" dirty="0">
                <a:solidFill>
                  <a:srgbClr val="18181A"/>
                </a:solidFill>
                <a:latin typeface="Verdana"/>
                <a:cs typeface="Verdana"/>
              </a:rPr>
              <a:t>expanding</a:t>
            </a:r>
            <a:r>
              <a:rPr sz="2400" spc="-275" dirty="0">
                <a:solidFill>
                  <a:srgbClr val="18181A"/>
                </a:solidFill>
                <a:latin typeface="Verdana"/>
                <a:cs typeface="Verdana"/>
              </a:rPr>
              <a:t> </a:t>
            </a:r>
            <a:r>
              <a:rPr sz="2400" spc="-20" dirty="0">
                <a:solidFill>
                  <a:srgbClr val="18181A"/>
                </a:solidFill>
                <a:latin typeface="Verdana"/>
                <a:cs typeface="Verdana"/>
              </a:rPr>
              <a:t>data </a:t>
            </a:r>
            <a:r>
              <a:rPr sz="2400" spc="-105" dirty="0">
                <a:solidFill>
                  <a:srgbClr val="18181A"/>
                </a:solidFill>
                <a:latin typeface="Verdana"/>
                <a:cs typeface="Verdana"/>
              </a:rPr>
              <a:t>sources,</a:t>
            </a:r>
            <a:r>
              <a:rPr sz="2400" spc="-295" dirty="0">
                <a:solidFill>
                  <a:srgbClr val="18181A"/>
                </a:solidFill>
                <a:latin typeface="Verdana"/>
                <a:cs typeface="Verdana"/>
              </a:rPr>
              <a:t> </a:t>
            </a:r>
            <a:r>
              <a:rPr sz="2400" spc="-125" dirty="0">
                <a:solidFill>
                  <a:srgbClr val="18181A"/>
                </a:solidFill>
                <a:latin typeface="Verdana"/>
                <a:cs typeface="Verdana"/>
              </a:rPr>
              <a:t>and</a:t>
            </a:r>
            <a:r>
              <a:rPr sz="2400" spc="-295" dirty="0">
                <a:solidFill>
                  <a:srgbClr val="18181A"/>
                </a:solidFill>
                <a:latin typeface="Verdana"/>
                <a:cs typeface="Verdana"/>
              </a:rPr>
              <a:t> </a:t>
            </a:r>
            <a:r>
              <a:rPr sz="2400" spc="-10" dirty="0">
                <a:solidFill>
                  <a:srgbClr val="18181A"/>
                </a:solidFill>
                <a:latin typeface="Verdana"/>
                <a:cs typeface="Verdana"/>
              </a:rPr>
              <a:t>exploring</a:t>
            </a:r>
            <a:r>
              <a:rPr lang="en-US" sz="2400" spc="-10" dirty="0">
                <a:solidFill>
                  <a:srgbClr val="18181A"/>
                </a:solidFill>
                <a:latin typeface="Verdana"/>
                <a:cs typeface="Verdana"/>
              </a:rPr>
              <a:t> </a:t>
            </a:r>
            <a:r>
              <a:rPr lang="en-US" sz="2400" b="1" spc="-10" dirty="0">
                <a:solidFill>
                  <a:srgbClr val="18181A"/>
                </a:solidFill>
                <a:latin typeface="Verdana"/>
                <a:cs typeface="Verdana"/>
              </a:rPr>
              <a:t>integration</a:t>
            </a:r>
            <a:r>
              <a:rPr lang="en-US" sz="2400" spc="-10" dirty="0">
                <a:solidFill>
                  <a:srgbClr val="18181A"/>
                </a:solidFill>
                <a:latin typeface="Verdana"/>
                <a:cs typeface="Verdana"/>
              </a:rPr>
              <a:t> </a:t>
            </a:r>
            <a:r>
              <a:rPr sz="2400" spc="-95" dirty="0">
                <a:solidFill>
                  <a:srgbClr val="18181A"/>
                </a:solidFill>
                <a:latin typeface="Verdana"/>
                <a:cs typeface="Verdana"/>
              </a:rPr>
              <a:t>into</a:t>
            </a:r>
            <a:r>
              <a:rPr sz="2400" spc="-290" dirty="0">
                <a:solidFill>
                  <a:srgbClr val="18181A"/>
                </a:solidFill>
                <a:latin typeface="Verdana"/>
                <a:cs typeface="Verdana"/>
              </a:rPr>
              <a:t> </a:t>
            </a:r>
            <a:r>
              <a:rPr sz="2400" spc="-75" dirty="0">
                <a:solidFill>
                  <a:srgbClr val="18181A"/>
                </a:solidFill>
                <a:latin typeface="Verdana"/>
                <a:cs typeface="Verdana"/>
              </a:rPr>
              <a:t>clinical</a:t>
            </a:r>
            <a:r>
              <a:rPr sz="2400" spc="-285" dirty="0">
                <a:solidFill>
                  <a:srgbClr val="18181A"/>
                </a:solidFill>
                <a:latin typeface="Verdana"/>
                <a:cs typeface="Verdana"/>
              </a:rPr>
              <a:t> </a:t>
            </a:r>
            <a:r>
              <a:rPr sz="2400" spc="-65" dirty="0">
                <a:solidFill>
                  <a:srgbClr val="18181A"/>
                </a:solidFill>
                <a:latin typeface="Verdana"/>
                <a:cs typeface="Verdana"/>
              </a:rPr>
              <a:t>practice</a:t>
            </a:r>
            <a:r>
              <a:rPr sz="2400" spc="-290" dirty="0">
                <a:solidFill>
                  <a:srgbClr val="18181A"/>
                </a:solidFill>
                <a:latin typeface="Verdana"/>
                <a:cs typeface="Verdana"/>
              </a:rPr>
              <a:t> </a:t>
            </a:r>
            <a:r>
              <a:rPr sz="2400" spc="-55" dirty="0">
                <a:solidFill>
                  <a:srgbClr val="18181A"/>
                </a:solidFill>
                <a:latin typeface="Verdana"/>
                <a:cs typeface="Verdana"/>
              </a:rPr>
              <a:t>for</a:t>
            </a:r>
            <a:r>
              <a:rPr sz="2400" spc="-285" dirty="0">
                <a:solidFill>
                  <a:srgbClr val="18181A"/>
                </a:solidFill>
                <a:latin typeface="Verdana"/>
                <a:cs typeface="Verdana"/>
              </a:rPr>
              <a:t> </a:t>
            </a:r>
            <a:r>
              <a:rPr sz="2400" spc="-130" dirty="0">
                <a:solidFill>
                  <a:srgbClr val="18181A"/>
                </a:solidFill>
                <a:latin typeface="Verdana"/>
                <a:cs typeface="Verdana"/>
              </a:rPr>
              <a:t>real-</a:t>
            </a:r>
            <a:r>
              <a:rPr sz="2400" spc="-95" dirty="0">
                <a:solidFill>
                  <a:srgbClr val="18181A"/>
                </a:solidFill>
                <a:latin typeface="Verdana"/>
                <a:cs typeface="Verdana"/>
              </a:rPr>
              <a:t>time</a:t>
            </a:r>
            <a:r>
              <a:rPr sz="2400" spc="-290" dirty="0">
                <a:solidFill>
                  <a:srgbClr val="18181A"/>
                </a:solidFill>
                <a:latin typeface="Verdana"/>
                <a:cs typeface="Verdana"/>
              </a:rPr>
              <a:t> </a:t>
            </a:r>
            <a:r>
              <a:rPr sz="2400" spc="-65" dirty="0">
                <a:solidFill>
                  <a:srgbClr val="18181A"/>
                </a:solidFill>
                <a:latin typeface="Verdana"/>
                <a:cs typeface="Verdana"/>
              </a:rPr>
              <a:t>decision</a:t>
            </a:r>
            <a:r>
              <a:rPr sz="2400" spc="-285" dirty="0">
                <a:solidFill>
                  <a:srgbClr val="18181A"/>
                </a:solidFill>
                <a:latin typeface="Verdana"/>
                <a:cs typeface="Verdana"/>
              </a:rPr>
              <a:t> </a:t>
            </a:r>
            <a:r>
              <a:rPr sz="2400" spc="-10" dirty="0">
                <a:solidFill>
                  <a:srgbClr val="18181A"/>
                </a:solidFill>
                <a:latin typeface="Verdana"/>
                <a:cs typeface="Verdana"/>
              </a:rPr>
              <a:t>support.</a:t>
            </a:r>
            <a:endParaRPr sz="2400" dirty="0">
              <a:latin typeface="Verdana"/>
              <a:cs typeface="Verdana"/>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069577"/>
            <a:ext cx="16861155" cy="8157209"/>
            <a:chOff x="0" y="1069577"/>
            <a:chExt cx="16861155" cy="8157209"/>
          </a:xfrm>
        </p:grpSpPr>
        <p:sp>
          <p:nvSpPr>
            <p:cNvPr id="3" name="object 3"/>
            <p:cNvSpPr/>
            <p:nvPr/>
          </p:nvSpPr>
          <p:spPr>
            <a:xfrm>
              <a:off x="1178640" y="1088656"/>
              <a:ext cx="8242300" cy="8119109"/>
            </a:xfrm>
            <a:custGeom>
              <a:avLst/>
              <a:gdLst/>
              <a:ahLst/>
              <a:cxnLst/>
              <a:rect l="l" t="t" r="r" b="b"/>
              <a:pathLst>
                <a:path w="8242300" h="8119109">
                  <a:moveTo>
                    <a:pt x="4121237" y="8118650"/>
                  </a:moveTo>
                  <a:lnTo>
                    <a:pt x="0" y="8118650"/>
                  </a:lnTo>
                  <a:lnTo>
                    <a:pt x="0" y="0"/>
                  </a:lnTo>
                  <a:lnTo>
                    <a:pt x="8241743" y="0"/>
                  </a:lnTo>
                  <a:lnTo>
                    <a:pt x="8241743" y="8118650"/>
                  </a:lnTo>
                  <a:lnTo>
                    <a:pt x="4121237" y="8118650"/>
                  </a:lnTo>
                  <a:close/>
                </a:path>
              </a:pathLst>
            </a:custGeom>
            <a:ln w="38159">
              <a:solidFill>
                <a:srgbClr val="29282C"/>
              </a:solidFill>
            </a:ln>
          </p:spPr>
          <p:txBody>
            <a:bodyPr wrap="square" lIns="0" tIns="0" rIns="0" bIns="0" rtlCol="0"/>
            <a:lstStyle/>
            <a:p>
              <a:endParaRPr/>
            </a:p>
          </p:txBody>
        </p:sp>
        <p:sp>
          <p:nvSpPr>
            <p:cNvPr id="4" name="object 4"/>
            <p:cNvSpPr/>
            <p:nvPr/>
          </p:nvSpPr>
          <p:spPr>
            <a:xfrm>
              <a:off x="0" y="1848955"/>
              <a:ext cx="16861155" cy="6589395"/>
            </a:xfrm>
            <a:custGeom>
              <a:avLst/>
              <a:gdLst/>
              <a:ahLst/>
              <a:cxnLst/>
              <a:rect l="l" t="t" r="r" b="b"/>
              <a:pathLst>
                <a:path w="16861155" h="6589395">
                  <a:moveTo>
                    <a:pt x="16860901" y="0"/>
                  </a:moveTo>
                  <a:lnTo>
                    <a:pt x="0" y="0"/>
                  </a:lnTo>
                  <a:lnTo>
                    <a:pt x="0" y="6589369"/>
                  </a:lnTo>
                  <a:lnTo>
                    <a:pt x="8430437" y="6589369"/>
                  </a:lnTo>
                  <a:lnTo>
                    <a:pt x="16860901" y="6589369"/>
                  </a:lnTo>
                  <a:lnTo>
                    <a:pt x="16860901" y="0"/>
                  </a:lnTo>
                  <a:close/>
                </a:path>
              </a:pathLst>
            </a:custGeom>
            <a:solidFill>
              <a:srgbClr val="FFFFFF"/>
            </a:solidFill>
          </p:spPr>
          <p:txBody>
            <a:bodyPr wrap="square" lIns="0" tIns="0" rIns="0" bIns="0" rtlCol="0"/>
            <a:lstStyle/>
            <a:p>
              <a:endParaRPr/>
            </a:p>
          </p:txBody>
        </p:sp>
      </p:grpSp>
      <p:grpSp>
        <p:nvGrpSpPr>
          <p:cNvPr id="5" name="object 5"/>
          <p:cNvGrpSpPr/>
          <p:nvPr/>
        </p:nvGrpSpPr>
        <p:grpSpPr>
          <a:xfrm>
            <a:off x="1169279" y="346308"/>
            <a:ext cx="1590040" cy="394970"/>
            <a:chOff x="1169279" y="346308"/>
            <a:chExt cx="1590040" cy="394970"/>
          </a:xfrm>
        </p:grpSpPr>
        <p:sp>
          <p:nvSpPr>
            <p:cNvPr id="6" name="object 6"/>
            <p:cNvSpPr/>
            <p:nvPr/>
          </p:nvSpPr>
          <p:spPr>
            <a:xfrm>
              <a:off x="1178640" y="355676"/>
              <a:ext cx="224790" cy="375920"/>
            </a:xfrm>
            <a:custGeom>
              <a:avLst/>
              <a:gdLst/>
              <a:ahLst/>
              <a:cxnLst/>
              <a:rect l="l" t="t" r="r" b="b"/>
              <a:pathLst>
                <a:path w="224790" h="375920">
                  <a:moveTo>
                    <a:pt x="224621" y="0"/>
                  </a:moveTo>
                  <a:lnTo>
                    <a:pt x="191512" y="0"/>
                  </a:lnTo>
                  <a:lnTo>
                    <a:pt x="0" y="375831"/>
                  </a:lnTo>
                  <a:lnTo>
                    <a:pt x="32393" y="375831"/>
                  </a:lnTo>
                  <a:lnTo>
                    <a:pt x="224621" y="0"/>
                  </a:lnTo>
                  <a:close/>
                </a:path>
              </a:pathLst>
            </a:custGeom>
            <a:solidFill>
              <a:srgbClr val="18181A"/>
            </a:solidFill>
          </p:spPr>
          <p:txBody>
            <a:bodyPr wrap="square" lIns="0" tIns="0" rIns="0" bIns="0" rtlCol="0"/>
            <a:lstStyle/>
            <a:p>
              <a:endParaRPr/>
            </a:p>
          </p:txBody>
        </p:sp>
        <p:sp>
          <p:nvSpPr>
            <p:cNvPr id="7" name="object 7"/>
            <p:cNvSpPr/>
            <p:nvPr/>
          </p:nvSpPr>
          <p:spPr>
            <a:xfrm>
              <a:off x="1178639" y="355668"/>
              <a:ext cx="224790" cy="375920"/>
            </a:xfrm>
            <a:custGeom>
              <a:avLst/>
              <a:gdLst/>
              <a:ahLst/>
              <a:cxnLst/>
              <a:rect l="l" t="t" r="r" b="b"/>
              <a:pathLst>
                <a:path w="224790" h="375920">
                  <a:moveTo>
                    <a:pt x="0" y="375825"/>
                  </a:moveTo>
                  <a:lnTo>
                    <a:pt x="191512" y="0"/>
                  </a:lnTo>
                  <a:lnTo>
                    <a:pt x="224620" y="0"/>
                  </a:lnTo>
                  <a:lnTo>
                    <a:pt x="32394" y="375825"/>
                  </a:lnTo>
                  <a:lnTo>
                    <a:pt x="0" y="375825"/>
                  </a:lnTo>
                  <a:close/>
                </a:path>
              </a:pathLst>
            </a:custGeom>
            <a:ln w="18718">
              <a:solidFill>
                <a:srgbClr val="18181A"/>
              </a:solidFill>
            </a:ln>
          </p:spPr>
          <p:txBody>
            <a:bodyPr wrap="square" lIns="0" tIns="0" rIns="0" bIns="0" rtlCol="0"/>
            <a:lstStyle/>
            <a:p>
              <a:endParaRPr/>
            </a:p>
          </p:txBody>
        </p:sp>
        <p:sp>
          <p:nvSpPr>
            <p:cNvPr id="8" name="object 8"/>
            <p:cNvSpPr/>
            <p:nvPr/>
          </p:nvSpPr>
          <p:spPr>
            <a:xfrm>
              <a:off x="1403261"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9" name="object 9"/>
            <p:cNvSpPr/>
            <p:nvPr/>
          </p:nvSpPr>
          <p:spPr>
            <a:xfrm>
              <a:off x="1403259"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0" name="object 10"/>
            <p:cNvSpPr/>
            <p:nvPr/>
          </p:nvSpPr>
          <p:spPr>
            <a:xfrm>
              <a:off x="162716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11" name="object 11"/>
            <p:cNvSpPr/>
            <p:nvPr/>
          </p:nvSpPr>
          <p:spPr>
            <a:xfrm>
              <a:off x="1627156" y="355668"/>
              <a:ext cx="224790" cy="375920"/>
            </a:xfrm>
            <a:custGeom>
              <a:avLst/>
              <a:gdLst/>
              <a:ahLst/>
              <a:cxnLst/>
              <a:rect l="l" t="t" r="r" b="b"/>
              <a:pathLst>
                <a:path w="224789" h="375920">
                  <a:moveTo>
                    <a:pt x="0" y="375825"/>
                  </a:moveTo>
                  <a:lnTo>
                    <a:pt x="191512" y="0"/>
                  </a:lnTo>
                  <a:lnTo>
                    <a:pt x="224633" y="0"/>
                  </a:lnTo>
                  <a:lnTo>
                    <a:pt x="32409" y="375825"/>
                  </a:lnTo>
                  <a:lnTo>
                    <a:pt x="0" y="375825"/>
                  </a:lnTo>
                  <a:close/>
                </a:path>
              </a:pathLst>
            </a:custGeom>
            <a:ln w="18718">
              <a:solidFill>
                <a:srgbClr val="18181A"/>
              </a:solidFill>
            </a:ln>
          </p:spPr>
          <p:txBody>
            <a:bodyPr wrap="square" lIns="0" tIns="0" rIns="0" bIns="0" rtlCol="0"/>
            <a:lstStyle/>
            <a:p>
              <a:endParaRPr/>
            </a:p>
          </p:txBody>
        </p:sp>
        <p:sp>
          <p:nvSpPr>
            <p:cNvPr id="12" name="object 12"/>
            <p:cNvSpPr/>
            <p:nvPr/>
          </p:nvSpPr>
          <p:spPr>
            <a:xfrm>
              <a:off x="1851787" y="355676"/>
              <a:ext cx="224790" cy="375920"/>
            </a:xfrm>
            <a:custGeom>
              <a:avLst/>
              <a:gdLst/>
              <a:ahLst/>
              <a:cxnLst/>
              <a:rect l="l" t="t" r="r" b="b"/>
              <a:pathLst>
                <a:path w="224789" h="375920">
                  <a:moveTo>
                    <a:pt x="224612" y="0"/>
                  </a:moveTo>
                  <a:lnTo>
                    <a:pt x="191503" y="0"/>
                  </a:lnTo>
                  <a:lnTo>
                    <a:pt x="0" y="375831"/>
                  </a:lnTo>
                  <a:lnTo>
                    <a:pt x="32397" y="375831"/>
                  </a:lnTo>
                  <a:lnTo>
                    <a:pt x="224612" y="0"/>
                  </a:lnTo>
                  <a:close/>
                </a:path>
              </a:pathLst>
            </a:custGeom>
            <a:solidFill>
              <a:srgbClr val="18181A"/>
            </a:solidFill>
          </p:spPr>
          <p:txBody>
            <a:bodyPr wrap="square" lIns="0" tIns="0" rIns="0" bIns="0" rtlCol="0"/>
            <a:lstStyle/>
            <a:p>
              <a:endParaRPr/>
            </a:p>
          </p:txBody>
        </p:sp>
        <p:sp>
          <p:nvSpPr>
            <p:cNvPr id="13" name="object 13"/>
            <p:cNvSpPr/>
            <p:nvPr/>
          </p:nvSpPr>
          <p:spPr>
            <a:xfrm>
              <a:off x="1851789"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4" name="object 14"/>
            <p:cNvSpPr/>
            <p:nvPr/>
          </p:nvSpPr>
          <p:spPr>
            <a:xfrm>
              <a:off x="2076399" y="355676"/>
              <a:ext cx="224790" cy="375920"/>
            </a:xfrm>
            <a:custGeom>
              <a:avLst/>
              <a:gdLst/>
              <a:ahLst/>
              <a:cxnLst/>
              <a:rect l="l" t="t" r="r" b="b"/>
              <a:pathLst>
                <a:path w="224789" h="375920">
                  <a:moveTo>
                    <a:pt x="224637" y="0"/>
                  </a:moveTo>
                  <a:lnTo>
                    <a:pt x="191516" y="0"/>
                  </a:lnTo>
                  <a:lnTo>
                    <a:pt x="0" y="375831"/>
                  </a:lnTo>
                  <a:lnTo>
                    <a:pt x="32410" y="375831"/>
                  </a:lnTo>
                  <a:lnTo>
                    <a:pt x="224637" y="0"/>
                  </a:lnTo>
                  <a:close/>
                </a:path>
              </a:pathLst>
            </a:custGeom>
            <a:solidFill>
              <a:srgbClr val="18181A"/>
            </a:solidFill>
          </p:spPr>
          <p:txBody>
            <a:bodyPr wrap="square" lIns="0" tIns="0" rIns="0" bIns="0" rtlCol="0"/>
            <a:lstStyle/>
            <a:p>
              <a:endParaRPr/>
            </a:p>
          </p:txBody>
        </p:sp>
        <p:sp>
          <p:nvSpPr>
            <p:cNvPr id="15" name="object 15"/>
            <p:cNvSpPr/>
            <p:nvPr/>
          </p:nvSpPr>
          <p:spPr>
            <a:xfrm>
              <a:off x="2076410"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6" name="object 16"/>
            <p:cNvSpPr/>
            <p:nvPr/>
          </p:nvSpPr>
          <p:spPr>
            <a:xfrm>
              <a:off x="230031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17" name="object 17"/>
            <p:cNvSpPr/>
            <p:nvPr/>
          </p:nvSpPr>
          <p:spPr>
            <a:xfrm>
              <a:off x="2300307"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8" name="object 18"/>
            <p:cNvSpPr/>
            <p:nvPr/>
          </p:nvSpPr>
          <p:spPr>
            <a:xfrm>
              <a:off x="2524937" y="355676"/>
              <a:ext cx="224790" cy="375920"/>
            </a:xfrm>
            <a:custGeom>
              <a:avLst/>
              <a:gdLst/>
              <a:ahLst/>
              <a:cxnLst/>
              <a:rect l="l" t="t" r="r" b="b"/>
              <a:pathLst>
                <a:path w="224789" h="375920">
                  <a:moveTo>
                    <a:pt x="224612" y="0"/>
                  </a:moveTo>
                  <a:lnTo>
                    <a:pt x="191503" y="0"/>
                  </a:lnTo>
                  <a:lnTo>
                    <a:pt x="0" y="375831"/>
                  </a:lnTo>
                  <a:lnTo>
                    <a:pt x="32385" y="375831"/>
                  </a:lnTo>
                  <a:lnTo>
                    <a:pt x="224612" y="0"/>
                  </a:lnTo>
                  <a:close/>
                </a:path>
              </a:pathLst>
            </a:custGeom>
            <a:solidFill>
              <a:srgbClr val="18181A"/>
            </a:solidFill>
          </p:spPr>
          <p:txBody>
            <a:bodyPr wrap="square" lIns="0" tIns="0" rIns="0" bIns="0" rtlCol="0"/>
            <a:lstStyle/>
            <a:p>
              <a:endParaRPr/>
            </a:p>
          </p:txBody>
        </p:sp>
        <p:sp>
          <p:nvSpPr>
            <p:cNvPr id="19" name="object 19"/>
            <p:cNvSpPr/>
            <p:nvPr/>
          </p:nvSpPr>
          <p:spPr>
            <a:xfrm>
              <a:off x="2524928"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grpSp>
      <p:sp>
        <p:nvSpPr>
          <p:cNvPr id="20" name="object 20"/>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1" name="object 21"/>
          <p:cNvSpPr/>
          <p:nvPr/>
        </p:nvSpPr>
        <p:spPr>
          <a:xfrm>
            <a:off x="13680693" y="9233279"/>
            <a:ext cx="4606290" cy="271780"/>
          </a:xfrm>
          <a:custGeom>
            <a:avLst/>
            <a:gdLst/>
            <a:ahLst/>
            <a:cxnLst/>
            <a:rect l="l" t="t" r="r" b="b"/>
            <a:pathLst>
              <a:path w="4606290" h="271779">
                <a:moveTo>
                  <a:pt x="4605782" y="0"/>
                </a:moveTo>
                <a:lnTo>
                  <a:pt x="0" y="0"/>
                </a:lnTo>
                <a:lnTo>
                  <a:pt x="0" y="271433"/>
                </a:lnTo>
                <a:lnTo>
                  <a:pt x="2303272" y="271433"/>
                </a:lnTo>
                <a:lnTo>
                  <a:pt x="4605782" y="271433"/>
                </a:lnTo>
                <a:lnTo>
                  <a:pt x="4605782" y="0"/>
                </a:lnTo>
                <a:close/>
              </a:path>
            </a:pathLst>
          </a:custGeom>
          <a:solidFill>
            <a:srgbClr val="575259"/>
          </a:solidFill>
        </p:spPr>
        <p:txBody>
          <a:bodyPr wrap="square" lIns="0" tIns="0" rIns="0" bIns="0" rtlCol="0"/>
          <a:lstStyle/>
          <a:p>
            <a:endParaRPr/>
          </a:p>
        </p:txBody>
      </p:sp>
      <p:sp>
        <p:nvSpPr>
          <p:cNvPr id="22" name="object 22"/>
          <p:cNvSpPr txBox="1">
            <a:spLocks noGrp="1"/>
          </p:cNvSpPr>
          <p:nvPr>
            <p:ph type="title"/>
          </p:nvPr>
        </p:nvSpPr>
        <p:spPr>
          <a:xfrm>
            <a:off x="4183370" y="3930650"/>
            <a:ext cx="8957678" cy="1859483"/>
          </a:xfrm>
          <a:prstGeom prst="rect">
            <a:avLst/>
          </a:prstGeom>
        </p:spPr>
        <p:txBody>
          <a:bodyPr vert="horz" wrap="square" lIns="0" tIns="12700" rIns="0" bIns="0" rtlCol="0">
            <a:spAutoFit/>
          </a:bodyPr>
          <a:lstStyle/>
          <a:p>
            <a:pPr marL="12700">
              <a:lnSpc>
                <a:spcPct val="100000"/>
              </a:lnSpc>
              <a:spcBef>
                <a:spcPts val="100"/>
              </a:spcBef>
            </a:pPr>
            <a:r>
              <a:rPr lang="en-US" sz="12000" dirty="0"/>
              <a:t>QNA Time</a:t>
            </a:r>
            <a:endParaRPr sz="12000" dirty="0"/>
          </a:p>
        </p:txBody>
      </p:sp>
      <p:sp>
        <p:nvSpPr>
          <p:cNvPr id="35" name="object 35"/>
          <p:cNvSpPr/>
          <p:nvPr/>
        </p:nvSpPr>
        <p:spPr>
          <a:xfrm>
            <a:off x="15957390" y="0"/>
            <a:ext cx="1807210" cy="5163185"/>
          </a:xfrm>
          <a:custGeom>
            <a:avLst/>
            <a:gdLst/>
            <a:ahLst/>
            <a:cxnLst/>
            <a:rect l="l" t="t" r="r" b="b"/>
            <a:pathLst>
              <a:path w="1807209" h="5163185">
                <a:moveTo>
                  <a:pt x="903461" y="5163006"/>
                </a:moveTo>
                <a:lnTo>
                  <a:pt x="0" y="5163006"/>
                </a:lnTo>
                <a:lnTo>
                  <a:pt x="0" y="0"/>
                </a:lnTo>
              </a:path>
              <a:path w="1807209" h="5163185">
                <a:moveTo>
                  <a:pt x="1807050" y="0"/>
                </a:moveTo>
                <a:lnTo>
                  <a:pt x="1807050" y="5163006"/>
                </a:lnTo>
                <a:lnTo>
                  <a:pt x="903461" y="5163006"/>
                </a:lnTo>
              </a:path>
            </a:pathLst>
          </a:custGeom>
          <a:ln w="76317">
            <a:solidFill>
              <a:srgbClr val="FFB700"/>
            </a:solidFill>
          </a:ln>
        </p:spPr>
        <p:txBody>
          <a:bodyPr wrap="square" lIns="0" tIns="0" rIns="0" bIns="0" rtlCol="0"/>
          <a:lstStyle/>
          <a:p>
            <a:endParaRPr/>
          </a:p>
        </p:txBody>
      </p:sp>
      <p:sp>
        <p:nvSpPr>
          <p:cNvPr id="36" name="object 36"/>
          <p:cNvSpPr/>
          <p:nvPr/>
        </p:nvSpPr>
        <p:spPr>
          <a:xfrm>
            <a:off x="0" y="8673122"/>
            <a:ext cx="5295265" cy="1614170"/>
          </a:xfrm>
          <a:custGeom>
            <a:avLst/>
            <a:gdLst/>
            <a:ahLst/>
            <a:cxnLst/>
            <a:rect l="l" t="t" r="r" b="b"/>
            <a:pathLst>
              <a:path w="5295265" h="1614170">
                <a:moveTo>
                  <a:pt x="0" y="1613875"/>
                </a:moveTo>
                <a:lnTo>
                  <a:pt x="0" y="0"/>
                </a:lnTo>
                <a:lnTo>
                  <a:pt x="5295175" y="0"/>
                </a:lnTo>
                <a:lnTo>
                  <a:pt x="5295175" y="1613875"/>
                </a:lnTo>
                <a:lnTo>
                  <a:pt x="0" y="1613875"/>
                </a:lnTo>
                <a:close/>
              </a:path>
            </a:pathLst>
          </a:custGeom>
          <a:solidFill>
            <a:srgbClr val="18181A"/>
          </a:solidFill>
        </p:spPr>
        <p:txBody>
          <a:bodyPr wrap="square" lIns="0" tIns="0" rIns="0" bIns="0" rtlCol="0"/>
          <a:lstStyle/>
          <a:p>
            <a:endParaRPr/>
          </a:p>
        </p:txBody>
      </p:sp>
      <p:sp>
        <p:nvSpPr>
          <p:cNvPr id="37" name="object 37"/>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5AEFB-50C4-FB56-2C75-413CF3DCB8EE}"/>
              </a:ext>
            </a:extLst>
          </p:cNvPr>
          <p:cNvSpPr>
            <a:spLocks noGrp="1"/>
          </p:cNvSpPr>
          <p:nvPr>
            <p:ph type="title"/>
          </p:nvPr>
        </p:nvSpPr>
        <p:spPr>
          <a:xfrm>
            <a:off x="1558925" y="2307393"/>
            <a:ext cx="13948232" cy="700192"/>
          </a:xfrm>
        </p:spPr>
        <p:txBody>
          <a:bodyPr/>
          <a:lstStyle/>
          <a:p>
            <a:r>
              <a:rPr lang="en-US" dirty="0"/>
              <a:t>References</a:t>
            </a:r>
            <a:endParaRPr lang="hi-IN" dirty="0"/>
          </a:p>
        </p:txBody>
      </p:sp>
      <p:sp>
        <p:nvSpPr>
          <p:cNvPr id="3" name="TextBox 2">
            <a:extLst>
              <a:ext uri="{FF2B5EF4-FFF2-40B4-BE49-F238E27FC236}">
                <a16:creationId xmlns:a16="http://schemas.microsoft.com/office/drawing/2014/main" id="{FEA3EE80-F3C6-890B-9C39-9E48B1580E54}"/>
              </a:ext>
            </a:extLst>
          </p:cNvPr>
          <p:cNvSpPr txBox="1"/>
          <p:nvPr/>
        </p:nvSpPr>
        <p:spPr>
          <a:xfrm>
            <a:off x="1558925" y="3244850"/>
            <a:ext cx="7286625" cy="369332"/>
          </a:xfrm>
          <a:prstGeom prst="rect">
            <a:avLst/>
          </a:prstGeom>
          <a:noFill/>
        </p:spPr>
        <p:txBody>
          <a:bodyPr wrap="square" rtlCol="0">
            <a:spAutoFit/>
          </a:bodyPr>
          <a:lstStyle/>
          <a:p>
            <a:pPr marL="342900" indent="-342900">
              <a:buFont typeface="+mj-lt"/>
              <a:buAutoNum type="arabicPeriod"/>
            </a:pPr>
            <a:r>
              <a:rPr lang="en-IN" dirty="0"/>
              <a:t>https://www.kaggle.com/datasets/yasserh/breast-cancer-dataset</a:t>
            </a:r>
            <a:endParaRPr lang="hi-IN" dirty="0"/>
          </a:p>
        </p:txBody>
      </p:sp>
      <p:pic>
        <p:nvPicPr>
          <p:cNvPr id="5" name="Picture 4">
            <a:extLst>
              <a:ext uri="{FF2B5EF4-FFF2-40B4-BE49-F238E27FC236}">
                <a16:creationId xmlns:a16="http://schemas.microsoft.com/office/drawing/2014/main" id="{2903D0F2-3A2B-B35D-AAAE-CB9C8D80C4C3}"/>
              </a:ext>
            </a:extLst>
          </p:cNvPr>
          <p:cNvPicPr>
            <a:picLocks noChangeAspect="1"/>
          </p:cNvPicPr>
          <p:nvPr/>
        </p:nvPicPr>
        <p:blipFill rotWithShape="1">
          <a:blip r:embed="rId2">
            <a:extLst>
              <a:ext uri="{28A0092B-C50C-407E-A947-70E740481C1C}">
                <a14:useLocalDpi xmlns:a14="http://schemas.microsoft.com/office/drawing/2010/main" val="0"/>
              </a:ext>
            </a:extLst>
          </a:blip>
          <a:srcRect t="8744" b="33451"/>
          <a:stretch/>
        </p:blipFill>
        <p:spPr>
          <a:xfrm>
            <a:off x="1682750" y="3614182"/>
            <a:ext cx="13258800" cy="4583667"/>
          </a:xfrm>
          <a:prstGeom prst="rect">
            <a:avLst/>
          </a:prstGeom>
        </p:spPr>
      </p:pic>
      <p:sp>
        <p:nvSpPr>
          <p:cNvPr id="6" name="object 20">
            <a:extLst>
              <a:ext uri="{FF2B5EF4-FFF2-40B4-BE49-F238E27FC236}">
                <a16:creationId xmlns:a16="http://schemas.microsoft.com/office/drawing/2014/main" id="{4319A588-CF8E-DB65-C8D6-E7FA53B4CC19}"/>
              </a:ext>
            </a:extLst>
          </p:cNvPr>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7" name="object 21">
            <a:extLst>
              <a:ext uri="{FF2B5EF4-FFF2-40B4-BE49-F238E27FC236}">
                <a16:creationId xmlns:a16="http://schemas.microsoft.com/office/drawing/2014/main" id="{8B8BDCBF-2C3C-3A72-0EFF-9181B87224B9}"/>
              </a:ext>
            </a:extLst>
          </p:cNvPr>
          <p:cNvSpPr/>
          <p:nvPr/>
        </p:nvSpPr>
        <p:spPr>
          <a:xfrm>
            <a:off x="13680693" y="9233279"/>
            <a:ext cx="4606290" cy="271780"/>
          </a:xfrm>
          <a:custGeom>
            <a:avLst/>
            <a:gdLst/>
            <a:ahLst/>
            <a:cxnLst/>
            <a:rect l="l" t="t" r="r" b="b"/>
            <a:pathLst>
              <a:path w="4606290" h="271779">
                <a:moveTo>
                  <a:pt x="4605782" y="0"/>
                </a:moveTo>
                <a:lnTo>
                  <a:pt x="0" y="0"/>
                </a:lnTo>
                <a:lnTo>
                  <a:pt x="0" y="271433"/>
                </a:lnTo>
                <a:lnTo>
                  <a:pt x="2303272" y="271433"/>
                </a:lnTo>
                <a:lnTo>
                  <a:pt x="4605782" y="271433"/>
                </a:lnTo>
                <a:lnTo>
                  <a:pt x="4605782" y="0"/>
                </a:lnTo>
                <a:close/>
              </a:path>
            </a:pathLst>
          </a:custGeom>
          <a:solidFill>
            <a:srgbClr val="575259"/>
          </a:solidFill>
        </p:spPr>
        <p:txBody>
          <a:bodyPr wrap="square" lIns="0" tIns="0" rIns="0" bIns="0" rtlCol="0"/>
          <a:lstStyle/>
          <a:p>
            <a:endParaRPr/>
          </a:p>
        </p:txBody>
      </p:sp>
      <p:sp>
        <p:nvSpPr>
          <p:cNvPr id="8" name="object 35">
            <a:extLst>
              <a:ext uri="{FF2B5EF4-FFF2-40B4-BE49-F238E27FC236}">
                <a16:creationId xmlns:a16="http://schemas.microsoft.com/office/drawing/2014/main" id="{08D0F305-4E14-B164-A483-57499A951A5E}"/>
              </a:ext>
            </a:extLst>
          </p:cNvPr>
          <p:cNvSpPr/>
          <p:nvPr/>
        </p:nvSpPr>
        <p:spPr>
          <a:xfrm>
            <a:off x="15957390" y="0"/>
            <a:ext cx="1807210" cy="5163185"/>
          </a:xfrm>
          <a:custGeom>
            <a:avLst/>
            <a:gdLst/>
            <a:ahLst/>
            <a:cxnLst/>
            <a:rect l="l" t="t" r="r" b="b"/>
            <a:pathLst>
              <a:path w="1807209" h="5163185">
                <a:moveTo>
                  <a:pt x="903461" y="5163006"/>
                </a:moveTo>
                <a:lnTo>
                  <a:pt x="0" y="5163006"/>
                </a:lnTo>
                <a:lnTo>
                  <a:pt x="0" y="0"/>
                </a:lnTo>
              </a:path>
              <a:path w="1807209" h="5163185">
                <a:moveTo>
                  <a:pt x="1807050" y="0"/>
                </a:moveTo>
                <a:lnTo>
                  <a:pt x="1807050" y="5163006"/>
                </a:lnTo>
                <a:lnTo>
                  <a:pt x="903461" y="5163006"/>
                </a:lnTo>
              </a:path>
            </a:pathLst>
          </a:custGeom>
          <a:ln w="76317">
            <a:solidFill>
              <a:srgbClr val="FFB700"/>
            </a:solidFill>
          </a:ln>
        </p:spPr>
        <p:txBody>
          <a:bodyPr wrap="square" lIns="0" tIns="0" rIns="0" bIns="0" rtlCol="0"/>
          <a:lstStyle/>
          <a:p>
            <a:endParaRPr/>
          </a:p>
        </p:txBody>
      </p:sp>
      <p:sp>
        <p:nvSpPr>
          <p:cNvPr id="9" name="object 36">
            <a:extLst>
              <a:ext uri="{FF2B5EF4-FFF2-40B4-BE49-F238E27FC236}">
                <a16:creationId xmlns:a16="http://schemas.microsoft.com/office/drawing/2014/main" id="{BEEB907F-3984-FA26-025D-5F099595BE40}"/>
              </a:ext>
            </a:extLst>
          </p:cNvPr>
          <p:cNvSpPr/>
          <p:nvPr/>
        </p:nvSpPr>
        <p:spPr>
          <a:xfrm>
            <a:off x="13717" y="8602530"/>
            <a:ext cx="5295265" cy="1614170"/>
          </a:xfrm>
          <a:custGeom>
            <a:avLst/>
            <a:gdLst/>
            <a:ahLst/>
            <a:cxnLst/>
            <a:rect l="l" t="t" r="r" b="b"/>
            <a:pathLst>
              <a:path w="5295265" h="1614170">
                <a:moveTo>
                  <a:pt x="0" y="1613875"/>
                </a:moveTo>
                <a:lnTo>
                  <a:pt x="0" y="0"/>
                </a:lnTo>
                <a:lnTo>
                  <a:pt x="5295175" y="0"/>
                </a:lnTo>
                <a:lnTo>
                  <a:pt x="5295175" y="1613875"/>
                </a:lnTo>
                <a:lnTo>
                  <a:pt x="0" y="1613875"/>
                </a:lnTo>
                <a:close/>
              </a:path>
            </a:pathLst>
          </a:custGeom>
          <a:solidFill>
            <a:srgbClr val="18181A"/>
          </a:solidFill>
        </p:spPr>
        <p:txBody>
          <a:bodyPr wrap="square" lIns="0" tIns="0" rIns="0" bIns="0" rtlCol="0"/>
          <a:lstStyle/>
          <a:p>
            <a:endParaRPr/>
          </a:p>
        </p:txBody>
      </p:sp>
      <p:sp>
        <p:nvSpPr>
          <p:cNvPr id="10" name="object 37">
            <a:extLst>
              <a:ext uri="{FF2B5EF4-FFF2-40B4-BE49-F238E27FC236}">
                <a16:creationId xmlns:a16="http://schemas.microsoft.com/office/drawing/2014/main" id="{0EBFFCE7-3364-FC4A-A87A-12A0AA6557F7}"/>
              </a:ext>
            </a:extLst>
          </p:cNvPr>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
        <p:nvSpPr>
          <p:cNvPr id="11" name="object 25">
            <a:extLst>
              <a:ext uri="{FF2B5EF4-FFF2-40B4-BE49-F238E27FC236}">
                <a16:creationId xmlns:a16="http://schemas.microsoft.com/office/drawing/2014/main" id="{159A5312-9E6E-B684-9CA4-4E235362C761}"/>
              </a:ext>
            </a:extLst>
          </p:cNvPr>
          <p:cNvSpPr/>
          <p:nvPr/>
        </p:nvSpPr>
        <p:spPr>
          <a:xfrm>
            <a:off x="12906628" y="239077"/>
            <a:ext cx="1548130" cy="1525270"/>
          </a:xfrm>
          <a:custGeom>
            <a:avLst/>
            <a:gdLst/>
            <a:ahLst/>
            <a:cxnLst/>
            <a:rect l="l" t="t" r="r" b="b"/>
            <a:pathLst>
              <a:path w="1548129" h="1525270">
                <a:moveTo>
                  <a:pt x="773982" y="0"/>
                </a:moveTo>
                <a:lnTo>
                  <a:pt x="1547952" y="0"/>
                </a:lnTo>
                <a:lnTo>
                  <a:pt x="1547952" y="1524937"/>
                </a:lnTo>
                <a:lnTo>
                  <a:pt x="0" y="1524937"/>
                </a:lnTo>
                <a:lnTo>
                  <a:pt x="0" y="0"/>
                </a:lnTo>
                <a:lnTo>
                  <a:pt x="773982" y="0"/>
                </a:lnTo>
                <a:close/>
              </a:path>
            </a:pathLst>
          </a:custGeom>
          <a:ln w="3815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33296835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49832" y="802641"/>
            <a:ext cx="16861155" cy="8157209"/>
            <a:chOff x="0" y="1069577"/>
            <a:chExt cx="16861155" cy="8157209"/>
          </a:xfrm>
        </p:grpSpPr>
        <p:sp>
          <p:nvSpPr>
            <p:cNvPr id="3" name="object 3"/>
            <p:cNvSpPr/>
            <p:nvPr/>
          </p:nvSpPr>
          <p:spPr>
            <a:xfrm>
              <a:off x="1178640" y="1088656"/>
              <a:ext cx="8242300" cy="8119109"/>
            </a:xfrm>
            <a:custGeom>
              <a:avLst/>
              <a:gdLst/>
              <a:ahLst/>
              <a:cxnLst/>
              <a:rect l="l" t="t" r="r" b="b"/>
              <a:pathLst>
                <a:path w="8242300" h="8119109">
                  <a:moveTo>
                    <a:pt x="4121237" y="8118650"/>
                  </a:moveTo>
                  <a:lnTo>
                    <a:pt x="0" y="8118650"/>
                  </a:lnTo>
                  <a:lnTo>
                    <a:pt x="0" y="0"/>
                  </a:lnTo>
                  <a:lnTo>
                    <a:pt x="8241743" y="0"/>
                  </a:lnTo>
                  <a:lnTo>
                    <a:pt x="8241743" y="8118650"/>
                  </a:lnTo>
                  <a:lnTo>
                    <a:pt x="4121237" y="8118650"/>
                  </a:lnTo>
                  <a:close/>
                </a:path>
              </a:pathLst>
            </a:custGeom>
            <a:ln w="38159">
              <a:solidFill>
                <a:srgbClr val="29282C"/>
              </a:solidFill>
            </a:ln>
          </p:spPr>
          <p:txBody>
            <a:bodyPr wrap="square" lIns="0" tIns="0" rIns="0" bIns="0" rtlCol="0"/>
            <a:lstStyle/>
            <a:p>
              <a:endParaRPr/>
            </a:p>
          </p:txBody>
        </p:sp>
        <p:sp>
          <p:nvSpPr>
            <p:cNvPr id="4" name="object 4"/>
            <p:cNvSpPr/>
            <p:nvPr/>
          </p:nvSpPr>
          <p:spPr>
            <a:xfrm>
              <a:off x="0" y="1848955"/>
              <a:ext cx="16861155" cy="6589395"/>
            </a:xfrm>
            <a:custGeom>
              <a:avLst/>
              <a:gdLst/>
              <a:ahLst/>
              <a:cxnLst/>
              <a:rect l="l" t="t" r="r" b="b"/>
              <a:pathLst>
                <a:path w="16861155" h="6589395">
                  <a:moveTo>
                    <a:pt x="16860901" y="0"/>
                  </a:moveTo>
                  <a:lnTo>
                    <a:pt x="0" y="0"/>
                  </a:lnTo>
                  <a:lnTo>
                    <a:pt x="0" y="6589369"/>
                  </a:lnTo>
                  <a:lnTo>
                    <a:pt x="8430437" y="6589369"/>
                  </a:lnTo>
                  <a:lnTo>
                    <a:pt x="16860901" y="6589369"/>
                  </a:lnTo>
                  <a:lnTo>
                    <a:pt x="16860901" y="0"/>
                  </a:lnTo>
                  <a:close/>
                </a:path>
              </a:pathLst>
            </a:custGeom>
            <a:solidFill>
              <a:srgbClr val="FFFFFF"/>
            </a:solidFill>
          </p:spPr>
          <p:txBody>
            <a:bodyPr wrap="square" lIns="0" tIns="0" rIns="0" bIns="0" rtlCol="0"/>
            <a:lstStyle/>
            <a:p>
              <a:endParaRPr dirty="0"/>
            </a:p>
          </p:txBody>
        </p:sp>
      </p:grpSp>
      <p:grpSp>
        <p:nvGrpSpPr>
          <p:cNvPr id="5" name="object 5"/>
          <p:cNvGrpSpPr/>
          <p:nvPr/>
        </p:nvGrpSpPr>
        <p:grpSpPr>
          <a:xfrm>
            <a:off x="1169279" y="346308"/>
            <a:ext cx="1590040" cy="394970"/>
            <a:chOff x="1169279" y="346308"/>
            <a:chExt cx="1590040" cy="394970"/>
          </a:xfrm>
        </p:grpSpPr>
        <p:sp>
          <p:nvSpPr>
            <p:cNvPr id="6" name="object 6"/>
            <p:cNvSpPr/>
            <p:nvPr/>
          </p:nvSpPr>
          <p:spPr>
            <a:xfrm>
              <a:off x="1178640" y="355676"/>
              <a:ext cx="224790" cy="375920"/>
            </a:xfrm>
            <a:custGeom>
              <a:avLst/>
              <a:gdLst/>
              <a:ahLst/>
              <a:cxnLst/>
              <a:rect l="l" t="t" r="r" b="b"/>
              <a:pathLst>
                <a:path w="224790" h="375920">
                  <a:moveTo>
                    <a:pt x="224621" y="0"/>
                  </a:moveTo>
                  <a:lnTo>
                    <a:pt x="191512" y="0"/>
                  </a:lnTo>
                  <a:lnTo>
                    <a:pt x="0" y="375831"/>
                  </a:lnTo>
                  <a:lnTo>
                    <a:pt x="32393" y="375831"/>
                  </a:lnTo>
                  <a:lnTo>
                    <a:pt x="224621" y="0"/>
                  </a:lnTo>
                  <a:close/>
                </a:path>
              </a:pathLst>
            </a:custGeom>
            <a:solidFill>
              <a:srgbClr val="18181A"/>
            </a:solidFill>
          </p:spPr>
          <p:txBody>
            <a:bodyPr wrap="square" lIns="0" tIns="0" rIns="0" bIns="0" rtlCol="0"/>
            <a:lstStyle/>
            <a:p>
              <a:endParaRPr/>
            </a:p>
          </p:txBody>
        </p:sp>
        <p:sp>
          <p:nvSpPr>
            <p:cNvPr id="7" name="object 7"/>
            <p:cNvSpPr/>
            <p:nvPr/>
          </p:nvSpPr>
          <p:spPr>
            <a:xfrm>
              <a:off x="1178639" y="355668"/>
              <a:ext cx="224790" cy="375920"/>
            </a:xfrm>
            <a:custGeom>
              <a:avLst/>
              <a:gdLst/>
              <a:ahLst/>
              <a:cxnLst/>
              <a:rect l="l" t="t" r="r" b="b"/>
              <a:pathLst>
                <a:path w="224790" h="375920">
                  <a:moveTo>
                    <a:pt x="0" y="375825"/>
                  </a:moveTo>
                  <a:lnTo>
                    <a:pt x="191512" y="0"/>
                  </a:lnTo>
                  <a:lnTo>
                    <a:pt x="224620" y="0"/>
                  </a:lnTo>
                  <a:lnTo>
                    <a:pt x="32394" y="375825"/>
                  </a:lnTo>
                  <a:lnTo>
                    <a:pt x="0" y="375825"/>
                  </a:lnTo>
                  <a:close/>
                </a:path>
              </a:pathLst>
            </a:custGeom>
            <a:ln w="18718">
              <a:solidFill>
                <a:srgbClr val="18181A"/>
              </a:solidFill>
            </a:ln>
          </p:spPr>
          <p:txBody>
            <a:bodyPr wrap="square" lIns="0" tIns="0" rIns="0" bIns="0" rtlCol="0"/>
            <a:lstStyle/>
            <a:p>
              <a:endParaRPr/>
            </a:p>
          </p:txBody>
        </p:sp>
        <p:sp>
          <p:nvSpPr>
            <p:cNvPr id="8" name="object 8"/>
            <p:cNvSpPr/>
            <p:nvPr/>
          </p:nvSpPr>
          <p:spPr>
            <a:xfrm>
              <a:off x="1403261"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9" name="object 9"/>
            <p:cNvSpPr/>
            <p:nvPr/>
          </p:nvSpPr>
          <p:spPr>
            <a:xfrm>
              <a:off x="1403259"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0" name="object 10"/>
            <p:cNvSpPr/>
            <p:nvPr/>
          </p:nvSpPr>
          <p:spPr>
            <a:xfrm>
              <a:off x="162716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11" name="object 11"/>
            <p:cNvSpPr/>
            <p:nvPr/>
          </p:nvSpPr>
          <p:spPr>
            <a:xfrm>
              <a:off x="1627156" y="355668"/>
              <a:ext cx="224790" cy="375920"/>
            </a:xfrm>
            <a:custGeom>
              <a:avLst/>
              <a:gdLst/>
              <a:ahLst/>
              <a:cxnLst/>
              <a:rect l="l" t="t" r="r" b="b"/>
              <a:pathLst>
                <a:path w="224789" h="375920">
                  <a:moveTo>
                    <a:pt x="0" y="375825"/>
                  </a:moveTo>
                  <a:lnTo>
                    <a:pt x="191512" y="0"/>
                  </a:lnTo>
                  <a:lnTo>
                    <a:pt x="224633" y="0"/>
                  </a:lnTo>
                  <a:lnTo>
                    <a:pt x="32409" y="375825"/>
                  </a:lnTo>
                  <a:lnTo>
                    <a:pt x="0" y="375825"/>
                  </a:lnTo>
                  <a:close/>
                </a:path>
              </a:pathLst>
            </a:custGeom>
            <a:ln w="18718">
              <a:solidFill>
                <a:srgbClr val="18181A"/>
              </a:solidFill>
            </a:ln>
          </p:spPr>
          <p:txBody>
            <a:bodyPr wrap="square" lIns="0" tIns="0" rIns="0" bIns="0" rtlCol="0"/>
            <a:lstStyle/>
            <a:p>
              <a:endParaRPr/>
            </a:p>
          </p:txBody>
        </p:sp>
        <p:sp>
          <p:nvSpPr>
            <p:cNvPr id="12" name="object 12"/>
            <p:cNvSpPr/>
            <p:nvPr/>
          </p:nvSpPr>
          <p:spPr>
            <a:xfrm>
              <a:off x="1851787" y="355676"/>
              <a:ext cx="224790" cy="375920"/>
            </a:xfrm>
            <a:custGeom>
              <a:avLst/>
              <a:gdLst/>
              <a:ahLst/>
              <a:cxnLst/>
              <a:rect l="l" t="t" r="r" b="b"/>
              <a:pathLst>
                <a:path w="224789" h="375920">
                  <a:moveTo>
                    <a:pt x="224612" y="0"/>
                  </a:moveTo>
                  <a:lnTo>
                    <a:pt x="191503" y="0"/>
                  </a:lnTo>
                  <a:lnTo>
                    <a:pt x="0" y="375831"/>
                  </a:lnTo>
                  <a:lnTo>
                    <a:pt x="32397" y="375831"/>
                  </a:lnTo>
                  <a:lnTo>
                    <a:pt x="224612" y="0"/>
                  </a:lnTo>
                  <a:close/>
                </a:path>
              </a:pathLst>
            </a:custGeom>
            <a:solidFill>
              <a:srgbClr val="18181A"/>
            </a:solidFill>
          </p:spPr>
          <p:txBody>
            <a:bodyPr wrap="square" lIns="0" tIns="0" rIns="0" bIns="0" rtlCol="0"/>
            <a:lstStyle/>
            <a:p>
              <a:endParaRPr/>
            </a:p>
          </p:txBody>
        </p:sp>
        <p:sp>
          <p:nvSpPr>
            <p:cNvPr id="13" name="object 13"/>
            <p:cNvSpPr/>
            <p:nvPr/>
          </p:nvSpPr>
          <p:spPr>
            <a:xfrm>
              <a:off x="1851789"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4" name="object 14"/>
            <p:cNvSpPr/>
            <p:nvPr/>
          </p:nvSpPr>
          <p:spPr>
            <a:xfrm>
              <a:off x="2076399" y="355676"/>
              <a:ext cx="224790" cy="375920"/>
            </a:xfrm>
            <a:custGeom>
              <a:avLst/>
              <a:gdLst/>
              <a:ahLst/>
              <a:cxnLst/>
              <a:rect l="l" t="t" r="r" b="b"/>
              <a:pathLst>
                <a:path w="224789" h="375920">
                  <a:moveTo>
                    <a:pt x="224637" y="0"/>
                  </a:moveTo>
                  <a:lnTo>
                    <a:pt x="191516" y="0"/>
                  </a:lnTo>
                  <a:lnTo>
                    <a:pt x="0" y="375831"/>
                  </a:lnTo>
                  <a:lnTo>
                    <a:pt x="32410" y="375831"/>
                  </a:lnTo>
                  <a:lnTo>
                    <a:pt x="224637" y="0"/>
                  </a:lnTo>
                  <a:close/>
                </a:path>
              </a:pathLst>
            </a:custGeom>
            <a:solidFill>
              <a:srgbClr val="18181A"/>
            </a:solidFill>
          </p:spPr>
          <p:txBody>
            <a:bodyPr wrap="square" lIns="0" tIns="0" rIns="0" bIns="0" rtlCol="0"/>
            <a:lstStyle/>
            <a:p>
              <a:endParaRPr/>
            </a:p>
          </p:txBody>
        </p:sp>
        <p:sp>
          <p:nvSpPr>
            <p:cNvPr id="15" name="object 15"/>
            <p:cNvSpPr/>
            <p:nvPr/>
          </p:nvSpPr>
          <p:spPr>
            <a:xfrm>
              <a:off x="2076410" y="355668"/>
              <a:ext cx="224790" cy="375920"/>
            </a:xfrm>
            <a:custGeom>
              <a:avLst/>
              <a:gdLst/>
              <a:ahLst/>
              <a:cxnLst/>
              <a:rect l="l" t="t" r="r" b="b"/>
              <a:pathLst>
                <a:path w="224789" h="375920">
                  <a:moveTo>
                    <a:pt x="0" y="375825"/>
                  </a:moveTo>
                  <a:lnTo>
                    <a:pt x="191499"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6" name="object 16"/>
            <p:cNvSpPr/>
            <p:nvPr/>
          </p:nvSpPr>
          <p:spPr>
            <a:xfrm>
              <a:off x="2300312" y="355676"/>
              <a:ext cx="224790" cy="375920"/>
            </a:xfrm>
            <a:custGeom>
              <a:avLst/>
              <a:gdLst/>
              <a:ahLst/>
              <a:cxnLst/>
              <a:rect l="l" t="t" r="r" b="b"/>
              <a:pathLst>
                <a:path w="224789" h="375920">
                  <a:moveTo>
                    <a:pt x="224624" y="0"/>
                  </a:moveTo>
                  <a:lnTo>
                    <a:pt x="191503" y="0"/>
                  </a:lnTo>
                  <a:lnTo>
                    <a:pt x="0" y="375831"/>
                  </a:lnTo>
                  <a:lnTo>
                    <a:pt x="32397" y="375831"/>
                  </a:lnTo>
                  <a:lnTo>
                    <a:pt x="224624" y="0"/>
                  </a:lnTo>
                  <a:close/>
                </a:path>
              </a:pathLst>
            </a:custGeom>
            <a:solidFill>
              <a:srgbClr val="18181A"/>
            </a:solidFill>
          </p:spPr>
          <p:txBody>
            <a:bodyPr wrap="square" lIns="0" tIns="0" rIns="0" bIns="0" rtlCol="0"/>
            <a:lstStyle/>
            <a:p>
              <a:endParaRPr/>
            </a:p>
          </p:txBody>
        </p:sp>
        <p:sp>
          <p:nvSpPr>
            <p:cNvPr id="17" name="object 17"/>
            <p:cNvSpPr/>
            <p:nvPr/>
          </p:nvSpPr>
          <p:spPr>
            <a:xfrm>
              <a:off x="2300307"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sp>
          <p:nvSpPr>
            <p:cNvPr id="18" name="object 18"/>
            <p:cNvSpPr/>
            <p:nvPr/>
          </p:nvSpPr>
          <p:spPr>
            <a:xfrm>
              <a:off x="2524937" y="355676"/>
              <a:ext cx="224790" cy="375920"/>
            </a:xfrm>
            <a:custGeom>
              <a:avLst/>
              <a:gdLst/>
              <a:ahLst/>
              <a:cxnLst/>
              <a:rect l="l" t="t" r="r" b="b"/>
              <a:pathLst>
                <a:path w="224789" h="375920">
                  <a:moveTo>
                    <a:pt x="224612" y="0"/>
                  </a:moveTo>
                  <a:lnTo>
                    <a:pt x="191503" y="0"/>
                  </a:lnTo>
                  <a:lnTo>
                    <a:pt x="0" y="375831"/>
                  </a:lnTo>
                  <a:lnTo>
                    <a:pt x="32385" y="375831"/>
                  </a:lnTo>
                  <a:lnTo>
                    <a:pt x="224612" y="0"/>
                  </a:lnTo>
                  <a:close/>
                </a:path>
              </a:pathLst>
            </a:custGeom>
            <a:solidFill>
              <a:srgbClr val="18181A"/>
            </a:solidFill>
          </p:spPr>
          <p:txBody>
            <a:bodyPr wrap="square" lIns="0" tIns="0" rIns="0" bIns="0" rtlCol="0"/>
            <a:lstStyle/>
            <a:p>
              <a:endParaRPr/>
            </a:p>
          </p:txBody>
        </p:sp>
        <p:sp>
          <p:nvSpPr>
            <p:cNvPr id="19" name="object 19"/>
            <p:cNvSpPr/>
            <p:nvPr/>
          </p:nvSpPr>
          <p:spPr>
            <a:xfrm>
              <a:off x="2524928" y="355668"/>
              <a:ext cx="224790" cy="375920"/>
            </a:xfrm>
            <a:custGeom>
              <a:avLst/>
              <a:gdLst/>
              <a:ahLst/>
              <a:cxnLst/>
              <a:rect l="l" t="t" r="r" b="b"/>
              <a:pathLst>
                <a:path w="224789" h="375920">
                  <a:moveTo>
                    <a:pt x="0" y="375825"/>
                  </a:moveTo>
                  <a:lnTo>
                    <a:pt x="191512" y="0"/>
                  </a:lnTo>
                  <a:lnTo>
                    <a:pt x="224620" y="0"/>
                  </a:lnTo>
                  <a:lnTo>
                    <a:pt x="32397" y="375825"/>
                  </a:lnTo>
                  <a:lnTo>
                    <a:pt x="0" y="375825"/>
                  </a:lnTo>
                  <a:close/>
                </a:path>
              </a:pathLst>
            </a:custGeom>
            <a:ln w="18718">
              <a:solidFill>
                <a:srgbClr val="18181A"/>
              </a:solidFill>
            </a:ln>
          </p:spPr>
          <p:txBody>
            <a:bodyPr wrap="square" lIns="0" tIns="0" rIns="0" bIns="0" rtlCol="0"/>
            <a:lstStyle/>
            <a:p>
              <a:endParaRPr/>
            </a:p>
          </p:txBody>
        </p:sp>
      </p:grpSp>
      <p:sp>
        <p:nvSpPr>
          <p:cNvPr id="20" name="object 20"/>
          <p:cNvSpPr/>
          <p:nvPr/>
        </p:nvSpPr>
        <p:spPr>
          <a:xfrm>
            <a:off x="13680693" y="9778313"/>
            <a:ext cx="4606290" cy="271780"/>
          </a:xfrm>
          <a:custGeom>
            <a:avLst/>
            <a:gdLst/>
            <a:ahLst/>
            <a:cxnLst/>
            <a:rect l="l" t="t" r="r" b="b"/>
            <a:pathLst>
              <a:path w="4606290" h="271779">
                <a:moveTo>
                  <a:pt x="4605782" y="0"/>
                </a:moveTo>
                <a:lnTo>
                  <a:pt x="0" y="0"/>
                </a:lnTo>
                <a:lnTo>
                  <a:pt x="0" y="271438"/>
                </a:lnTo>
                <a:lnTo>
                  <a:pt x="2303272" y="271438"/>
                </a:lnTo>
                <a:lnTo>
                  <a:pt x="4605782" y="271438"/>
                </a:lnTo>
                <a:lnTo>
                  <a:pt x="4605782" y="0"/>
                </a:lnTo>
                <a:close/>
              </a:path>
            </a:pathLst>
          </a:custGeom>
          <a:solidFill>
            <a:srgbClr val="29282C"/>
          </a:solidFill>
        </p:spPr>
        <p:txBody>
          <a:bodyPr wrap="square" lIns="0" tIns="0" rIns="0" bIns="0" rtlCol="0"/>
          <a:lstStyle/>
          <a:p>
            <a:endParaRPr/>
          </a:p>
        </p:txBody>
      </p:sp>
      <p:sp>
        <p:nvSpPr>
          <p:cNvPr id="21" name="object 21"/>
          <p:cNvSpPr/>
          <p:nvPr/>
        </p:nvSpPr>
        <p:spPr>
          <a:xfrm>
            <a:off x="13680693" y="9233279"/>
            <a:ext cx="4606290" cy="271780"/>
          </a:xfrm>
          <a:custGeom>
            <a:avLst/>
            <a:gdLst/>
            <a:ahLst/>
            <a:cxnLst/>
            <a:rect l="l" t="t" r="r" b="b"/>
            <a:pathLst>
              <a:path w="4606290" h="271779">
                <a:moveTo>
                  <a:pt x="4605782" y="0"/>
                </a:moveTo>
                <a:lnTo>
                  <a:pt x="0" y="0"/>
                </a:lnTo>
                <a:lnTo>
                  <a:pt x="0" y="271433"/>
                </a:lnTo>
                <a:lnTo>
                  <a:pt x="2303272" y="271433"/>
                </a:lnTo>
                <a:lnTo>
                  <a:pt x="4605782" y="271433"/>
                </a:lnTo>
                <a:lnTo>
                  <a:pt x="4605782" y="0"/>
                </a:lnTo>
                <a:close/>
              </a:path>
            </a:pathLst>
          </a:custGeom>
          <a:solidFill>
            <a:srgbClr val="575259"/>
          </a:solidFill>
        </p:spPr>
        <p:txBody>
          <a:bodyPr wrap="square" lIns="0" tIns="0" rIns="0" bIns="0" rtlCol="0"/>
          <a:lstStyle/>
          <a:p>
            <a:endParaRPr/>
          </a:p>
        </p:txBody>
      </p:sp>
      <p:sp>
        <p:nvSpPr>
          <p:cNvPr id="22" name="object 22"/>
          <p:cNvSpPr txBox="1">
            <a:spLocks noGrp="1"/>
          </p:cNvSpPr>
          <p:nvPr>
            <p:ph type="title"/>
          </p:nvPr>
        </p:nvSpPr>
        <p:spPr>
          <a:xfrm>
            <a:off x="1983917" y="3263366"/>
            <a:ext cx="6065520" cy="1854835"/>
          </a:xfrm>
          <a:prstGeom prst="rect">
            <a:avLst/>
          </a:prstGeom>
        </p:spPr>
        <p:txBody>
          <a:bodyPr vert="horz" wrap="square" lIns="0" tIns="12700" rIns="0" bIns="0" rtlCol="0">
            <a:spAutoFit/>
          </a:bodyPr>
          <a:lstStyle/>
          <a:p>
            <a:pPr marL="12700">
              <a:lnSpc>
                <a:spcPct val="100000"/>
              </a:lnSpc>
              <a:spcBef>
                <a:spcPts val="100"/>
              </a:spcBef>
            </a:pPr>
            <a:r>
              <a:rPr lang="en-IN" sz="12000" spc="-880" dirty="0"/>
              <a:t>Thanks!</a:t>
            </a:r>
            <a:endParaRPr sz="12000" dirty="0"/>
          </a:p>
        </p:txBody>
      </p:sp>
      <p:sp>
        <p:nvSpPr>
          <p:cNvPr id="23" name="object 23"/>
          <p:cNvSpPr txBox="1"/>
          <p:nvPr/>
        </p:nvSpPr>
        <p:spPr>
          <a:xfrm>
            <a:off x="1984895" y="5152578"/>
            <a:ext cx="5476240" cy="2462597"/>
          </a:xfrm>
          <a:prstGeom prst="rect">
            <a:avLst/>
          </a:prstGeom>
        </p:spPr>
        <p:txBody>
          <a:bodyPr vert="horz" wrap="square" lIns="0" tIns="12700" rIns="0" bIns="0" rtlCol="0">
            <a:spAutoFit/>
          </a:bodyPr>
          <a:lstStyle/>
          <a:p>
            <a:pPr marL="12700">
              <a:lnSpc>
                <a:spcPts val="3775"/>
              </a:lnSpc>
              <a:spcBef>
                <a:spcPts val="100"/>
              </a:spcBef>
            </a:pPr>
            <a:r>
              <a:rPr lang="en-US" sz="3150" b="1" spc="-290" dirty="0">
                <a:solidFill>
                  <a:srgbClr val="18181A"/>
                </a:solidFill>
                <a:latin typeface="Verdana"/>
                <a:cs typeface="Verdana"/>
              </a:rPr>
              <a:t>Made by:</a:t>
            </a:r>
          </a:p>
          <a:p>
            <a:pPr marL="12700">
              <a:lnSpc>
                <a:spcPts val="3775"/>
              </a:lnSpc>
              <a:spcBef>
                <a:spcPts val="100"/>
              </a:spcBef>
            </a:pPr>
            <a:r>
              <a:rPr lang="en-US" sz="3150" b="1" spc="-290" dirty="0" err="1">
                <a:solidFill>
                  <a:srgbClr val="18181A"/>
                </a:solidFill>
                <a:latin typeface="Verdana"/>
                <a:cs typeface="Verdana"/>
              </a:rPr>
              <a:t>Arjav</a:t>
            </a:r>
            <a:r>
              <a:rPr lang="en-US" sz="3150" b="1" spc="-290" dirty="0">
                <a:solidFill>
                  <a:srgbClr val="18181A"/>
                </a:solidFill>
                <a:latin typeface="Verdana"/>
                <a:cs typeface="Verdana"/>
              </a:rPr>
              <a:t> Jain</a:t>
            </a:r>
          </a:p>
          <a:p>
            <a:pPr marL="12700">
              <a:lnSpc>
                <a:spcPts val="3775"/>
              </a:lnSpc>
              <a:spcBef>
                <a:spcPts val="100"/>
              </a:spcBef>
            </a:pPr>
            <a:r>
              <a:rPr lang="en-US" sz="3150" b="1" spc="-290" dirty="0">
                <a:solidFill>
                  <a:srgbClr val="18181A"/>
                </a:solidFill>
                <a:latin typeface="Verdana"/>
                <a:cs typeface="Verdana"/>
              </a:rPr>
              <a:t>Saurabh Sharma</a:t>
            </a:r>
          </a:p>
          <a:p>
            <a:pPr marL="12700">
              <a:lnSpc>
                <a:spcPts val="3775"/>
              </a:lnSpc>
              <a:spcBef>
                <a:spcPts val="100"/>
              </a:spcBef>
            </a:pPr>
            <a:r>
              <a:rPr lang="en-US" sz="3150" b="1" spc="-290" dirty="0">
                <a:solidFill>
                  <a:srgbClr val="18181A"/>
                </a:solidFill>
                <a:latin typeface="Verdana"/>
                <a:cs typeface="Verdana"/>
              </a:rPr>
              <a:t>Swayam Bansal</a:t>
            </a:r>
          </a:p>
          <a:p>
            <a:pPr marL="12700">
              <a:lnSpc>
                <a:spcPts val="3775"/>
              </a:lnSpc>
              <a:spcBef>
                <a:spcPts val="100"/>
              </a:spcBef>
            </a:pPr>
            <a:r>
              <a:rPr lang="en-US" sz="3150" b="1" spc="-290" dirty="0">
                <a:solidFill>
                  <a:srgbClr val="18181A"/>
                </a:solidFill>
                <a:latin typeface="Verdana"/>
                <a:cs typeface="Verdana"/>
              </a:rPr>
              <a:t>Yash </a:t>
            </a:r>
            <a:r>
              <a:rPr lang="en-US" sz="3150" b="1" spc="-290" dirty="0" err="1">
                <a:solidFill>
                  <a:srgbClr val="18181A"/>
                </a:solidFill>
                <a:latin typeface="Verdana"/>
                <a:cs typeface="Verdana"/>
              </a:rPr>
              <a:t>aggarwal</a:t>
            </a:r>
            <a:endParaRPr lang="en-US" sz="3150" b="1" spc="-195" dirty="0">
              <a:solidFill>
                <a:srgbClr val="18181A"/>
              </a:solidFill>
              <a:latin typeface="Verdana"/>
              <a:cs typeface="Verdana"/>
            </a:endParaRPr>
          </a:p>
        </p:txBody>
      </p:sp>
      <p:grpSp>
        <p:nvGrpSpPr>
          <p:cNvPr id="30" name="object 30"/>
          <p:cNvGrpSpPr/>
          <p:nvPr/>
        </p:nvGrpSpPr>
        <p:grpSpPr>
          <a:xfrm>
            <a:off x="9851081" y="3987224"/>
            <a:ext cx="1333964" cy="1274694"/>
            <a:chOff x="11425783" y="3427768"/>
            <a:chExt cx="1117600" cy="1117600"/>
          </a:xfrm>
        </p:grpSpPr>
        <p:sp>
          <p:nvSpPr>
            <p:cNvPr id="31" name="object 31"/>
            <p:cNvSpPr/>
            <p:nvPr/>
          </p:nvSpPr>
          <p:spPr>
            <a:xfrm>
              <a:off x="11425783" y="3427768"/>
              <a:ext cx="1117600" cy="1117600"/>
            </a:xfrm>
            <a:custGeom>
              <a:avLst/>
              <a:gdLst/>
              <a:ahLst/>
              <a:cxnLst/>
              <a:rect l="l" t="t" r="r" b="b"/>
              <a:pathLst>
                <a:path w="1117600" h="1117600">
                  <a:moveTo>
                    <a:pt x="558673" y="1117346"/>
                  </a:moveTo>
                  <a:lnTo>
                    <a:pt x="0" y="1117346"/>
                  </a:lnTo>
                  <a:lnTo>
                    <a:pt x="0" y="0"/>
                  </a:lnTo>
                  <a:lnTo>
                    <a:pt x="1117346" y="0"/>
                  </a:lnTo>
                  <a:lnTo>
                    <a:pt x="1117346" y="1117346"/>
                  </a:lnTo>
                  <a:lnTo>
                    <a:pt x="558673" y="1117346"/>
                  </a:lnTo>
                  <a:close/>
                </a:path>
              </a:pathLst>
            </a:custGeom>
            <a:ln w="38156">
              <a:solidFill>
                <a:srgbClr val="18181A"/>
              </a:solidFill>
            </a:ln>
          </p:spPr>
          <p:txBody>
            <a:bodyPr wrap="square" lIns="0" tIns="0" rIns="0" bIns="0" rtlCol="0"/>
            <a:lstStyle/>
            <a:p>
              <a:endParaRPr/>
            </a:p>
          </p:txBody>
        </p:sp>
        <p:sp>
          <p:nvSpPr>
            <p:cNvPr id="32" name="object 32"/>
            <p:cNvSpPr/>
            <p:nvPr/>
          </p:nvSpPr>
          <p:spPr>
            <a:xfrm>
              <a:off x="11731041" y="3735209"/>
              <a:ext cx="499745" cy="499109"/>
            </a:xfrm>
            <a:custGeom>
              <a:avLst/>
              <a:gdLst/>
              <a:ahLst/>
              <a:cxnLst/>
              <a:rect l="l" t="t" r="r" b="b"/>
              <a:pathLst>
                <a:path w="499745" h="499110">
                  <a:moveTo>
                    <a:pt x="431241" y="0"/>
                  </a:moveTo>
                  <a:lnTo>
                    <a:pt x="67665" y="0"/>
                  </a:lnTo>
                  <a:lnTo>
                    <a:pt x="41298" y="5309"/>
                  </a:lnTo>
                  <a:lnTo>
                    <a:pt x="19792" y="19799"/>
                  </a:lnTo>
                  <a:lnTo>
                    <a:pt x="5307" y="41308"/>
                  </a:lnTo>
                  <a:lnTo>
                    <a:pt x="0" y="67678"/>
                  </a:lnTo>
                  <a:lnTo>
                    <a:pt x="0" y="431253"/>
                  </a:lnTo>
                  <a:lnTo>
                    <a:pt x="5307" y="457623"/>
                  </a:lnTo>
                  <a:lnTo>
                    <a:pt x="19792" y="479132"/>
                  </a:lnTo>
                  <a:lnTo>
                    <a:pt x="41298" y="493622"/>
                  </a:lnTo>
                  <a:lnTo>
                    <a:pt x="67665" y="498932"/>
                  </a:lnTo>
                  <a:lnTo>
                    <a:pt x="431241" y="498932"/>
                  </a:lnTo>
                  <a:lnTo>
                    <a:pt x="457716" y="493622"/>
                  </a:lnTo>
                  <a:lnTo>
                    <a:pt x="479471" y="479132"/>
                  </a:lnTo>
                  <a:lnTo>
                    <a:pt x="494208" y="457623"/>
                  </a:lnTo>
                  <a:lnTo>
                    <a:pt x="499630" y="431253"/>
                  </a:lnTo>
                  <a:lnTo>
                    <a:pt x="499630" y="408216"/>
                  </a:lnTo>
                  <a:lnTo>
                    <a:pt x="249809" y="408216"/>
                  </a:lnTo>
                  <a:lnTo>
                    <a:pt x="199538" y="400106"/>
                  </a:lnTo>
                  <a:lnTo>
                    <a:pt x="155865" y="377552"/>
                  </a:lnTo>
                  <a:lnTo>
                    <a:pt x="121416" y="343213"/>
                  </a:lnTo>
                  <a:lnTo>
                    <a:pt x="98819" y="299749"/>
                  </a:lnTo>
                  <a:lnTo>
                    <a:pt x="90703" y="249821"/>
                  </a:lnTo>
                  <a:lnTo>
                    <a:pt x="98819" y="199546"/>
                  </a:lnTo>
                  <a:lnTo>
                    <a:pt x="121416" y="155872"/>
                  </a:lnTo>
                  <a:lnTo>
                    <a:pt x="155865" y="121425"/>
                  </a:lnTo>
                  <a:lnTo>
                    <a:pt x="199538" y="98831"/>
                  </a:lnTo>
                  <a:lnTo>
                    <a:pt x="249809" y="90716"/>
                  </a:lnTo>
                  <a:lnTo>
                    <a:pt x="362839" y="90716"/>
                  </a:lnTo>
                  <a:lnTo>
                    <a:pt x="366483" y="72992"/>
                  </a:lnTo>
                  <a:lnTo>
                    <a:pt x="376339" y="58580"/>
                  </a:lnTo>
                  <a:lnTo>
                    <a:pt x="390785" y="48894"/>
                  </a:lnTo>
                  <a:lnTo>
                    <a:pt x="408203" y="45351"/>
                  </a:lnTo>
                  <a:lnTo>
                    <a:pt x="495039" y="45351"/>
                  </a:lnTo>
                  <a:lnTo>
                    <a:pt x="494208" y="41308"/>
                  </a:lnTo>
                  <a:lnTo>
                    <a:pt x="479471" y="19799"/>
                  </a:lnTo>
                  <a:lnTo>
                    <a:pt x="457716" y="5309"/>
                  </a:lnTo>
                  <a:lnTo>
                    <a:pt x="431241" y="0"/>
                  </a:lnTo>
                  <a:close/>
                </a:path>
                <a:path w="499745" h="499110">
                  <a:moveTo>
                    <a:pt x="362839" y="90716"/>
                  </a:moveTo>
                  <a:lnTo>
                    <a:pt x="249809" y="90716"/>
                  </a:lnTo>
                  <a:lnTo>
                    <a:pt x="299736" y="98831"/>
                  </a:lnTo>
                  <a:lnTo>
                    <a:pt x="343200" y="121425"/>
                  </a:lnTo>
                  <a:lnTo>
                    <a:pt x="377539" y="155872"/>
                  </a:lnTo>
                  <a:lnTo>
                    <a:pt x="400094" y="199546"/>
                  </a:lnTo>
                  <a:lnTo>
                    <a:pt x="408203" y="249821"/>
                  </a:lnTo>
                  <a:lnTo>
                    <a:pt x="400094" y="299749"/>
                  </a:lnTo>
                  <a:lnTo>
                    <a:pt x="377539" y="343213"/>
                  </a:lnTo>
                  <a:lnTo>
                    <a:pt x="343200" y="377552"/>
                  </a:lnTo>
                  <a:lnTo>
                    <a:pt x="299736" y="400106"/>
                  </a:lnTo>
                  <a:lnTo>
                    <a:pt x="249809" y="408216"/>
                  </a:lnTo>
                  <a:lnTo>
                    <a:pt x="499630" y="408216"/>
                  </a:lnTo>
                  <a:lnTo>
                    <a:pt x="499630" y="136067"/>
                  </a:lnTo>
                  <a:lnTo>
                    <a:pt x="408203" y="136067"/>
                  </a:lnTo>
                  <a:lnTo>
                    <a:pt x="390785" y="132423"/>
                  </a:lnTo>
                  <a:lnTo>
                    <a:pt x="376339" y="122569"/>
                  </a:lnTo>
                  <a:lnTo>
                    <a:pt x="366483" y="108126"/>
                  </a:lnTo>
                  <a:lnTo>
                    <a:pt x="362839" y="90716"/>
                  </a:lnTo>
                  <a:close/>
                </a:path>
                <a:path w="499745" h="499110">
                  <a:moveTo>
                    <a:pt x="495039" y="45351"/>
                  </a:moveTo>
                  <a:lnTo>
                    <a:pt x="408203" y="45351"/>
                  </a:lnTo>
                  <a:lnTo>
                    <a:pt x="425919" y="48894"/>
                  </a:lnTo>
                  <a:lnTo>
                    <a:pt x="440328" y="58580"/>
                  </a:lnTo>
                  <a:lnTo>
                    <a:pt x="450012" y="72992"/>
                  </a:lnTo>
                  <a:lnTo>
                    <a:pt x="453555" y="90716"/>
                  </a:lnTo>
                  <a:lnTo>
                    <a:pt x="450012" y="108126"/>
                  </a:lnTo>
                  <a:lnTo>
                    <a:pt x="440328" y="122569"/>
                  </a:lnTo>
                  <a:lnTo>
                    <a:pt x="425919" y="132423"/>
                  </a:lnTo>
                  <a:lnTo>
                    <a:pt x="408203" y="136067"/>
                  </a:lnTo>
                  <a:lnTo>
                    <a:pt x="499630" y="136067"/>
                  </a:lnTo>
                  <a:lnTo>
                    <a:pt x="499630" y="67678"/>
                  </a:lnTo>
                  <a:lnTo>
                    <a:pt x="495039" y="45351"/>
                  </a:lnTo>
                  <a:close/>
                </a:path>
              </a:pathLst>
            </a:custGeom>
            <a:solidFill>
              <a:srgbClr val="18181A"/>
            </a:solidFill>
          </p:spPr>
          <p:txBody>
            <a:bodyPr wrap="square" lIns="0" tIns="0" rIns="0" bIns="0" rtlCol="0"/>
            <a:lstStyle/>
            <a:p>
              <a:endParaRPr/>
            </a:p>
          </p:txBody>
        </p:sp>
        <p:pic>
          <p:nvPicPr>
            <p:cNvPr id="33" name="object 33"/>
            <p:cNvPicPr/>
            <p:nvPr/>
          </p:nvPicPr>
          <p:blipFill>
            <a:blip r:embed="rId2" cstate="print"/>
            <a:stretch>
              <a:fillRect/>
            </a:stretch>
          </p:blipFill>
          <p:spPr>
            <a:xfrm>
              <a:off x="11866624" y="3870788"/>
              <a:ext cx="226771" cy="226783"/>
            </a:xfrm>
            <a:prstGeom prst="rect">
              <a:avLst/>
            </a:prstGeom>
          </p:spPr>
        </p:pic>
        <p:sp>
          <p:nvSpPr>
            <p:cNvPr id="34" name="object 34"/>
            <p:cNvSpPr/>
            <p:nvPr/>
          </p:nvSpPr>
          <p:spPr>
            <a:xfrm>
              <a:off x="11594248" y="3598418"/>
              <a:ext cx="771525" cy="771525"/>
            </a:xfrm>
            <a:custGeom>
              <a:avLst/>
              <a:gdLst/>
              <a:ahLst/>
              <a:cxnLst/>
              <a:rect l="l" t="t" r="r" b="b"/>
              <a:pathLst>
                <a:path w="771525" h="771525">
                  <a:moveTo>
                    <a:pt x="660184" y="0"/>
                  </a:moveTo>
                  <a:lnTo>
                    <a:pt x="114465" y="0"/>
                  </a:lnTo>
                  <a:lnTo>
                    <a:pt x="70155" y="9076"/>
                  </a:lnTo>
                  <a:lnTo>
                    <a:pt x="33743" y="33743"/>
                  </a:lnTo>
                  <a:lnTo>
                    <a:pt x="9076" y="70155"/>
                  </a:lnTo>
                  <a:lnTo>
                    <a:pt x="0" y="114465"/>
                  </a:lnTo>
                  <a:lnTo>
                    <a:pt x="0" y="660196"/>
                  </a:lnTo>
                  <a:lnTo>
                    <a:pt x="9076" y="704619"/>
                  </a:lnTo>
                  <a:lnTo>
                    <a:pt x="33743" y="741279"/>
                  </a:lnTo>
                  <a:lnTo>
                    <a:pt x="70155" y="766195"/>
                  </a:lnTo>
                  <a:lnTo>
                    <a:pt x="95850" y="771524"/>
                  </a:lnTo>
                  <a:lnTo>
                    <a:pt x="678798" y="771524"/>
                  </a:lnTo>
                  <a:lnTo>
                    <a:pt x="704493" y="766195"/>
                  </a:lnTo>
                  <a:lnTo>
                    <a:pt x="740905" y="741279"/>
                  </a:lnTo>
                  <a:lnTo>
                    <a:pt x="765572" y="704619"/>
                  </a:lnTo>
                  <a:lnTo>
                    <a:pt x="770089" y="682510"/>
                  </a:lnTo>
                  <a:lnTo>
                    <a:pt x="205905" y="682510"/>
                  </a:lnTo>
                  <a:lnTo>
                    <a:pt x="161706" y="673544"/>
                  </a:lnTo>
                  <a:lnTo>
                    <a:pt x="125539" y="649122"/>
                  </a:lnTo>
                  <a:lnTo>
                    <a:pt x="101116" y="612955"/>
                  </a:lnTo>
                  <a:lnTo>
                    <a:pt x="92151" y="568756"/>
                  </a:lnTo>
                  <a:lnTo>
                    <a:pt x="92151" y="205905"/>
                  </a:lnTo>
                  <a:lnTo>
                    <a:pt x="101116" y="161706"/>
                  </a:lnTo>
                  <a:lnTo>
                    <a:pt x="125539" y="125539"/>
                  </a:lnTo>
                  <a:lnTo>
                    <a:pt x="161706" y="101116"/>
                  </a:lnTo>
                  <a:lnTo>
                    <a:pt x="205905" y="92151"/>
                  </a:lnTo>
                  <a:lnTo>
                    <a:pt x="770078" y="92151"/>
                  </a:lnTo>
                  <a:lnTo>
                    <a:pt x="765572" y="70155"/>
                  </a:lnTo>
                  <a:lnTo>
                    <a:pt x="740905" y="33743"/>
                  </a:lnTo>
                  <a:lnTo>
                    <a:pt x="704493" y="9076"/>
                  </a:lnTo>
                  <a:lnTo>
                    <a:pt x="660184" y="0"/>
                  </a:lnTo>
                  <a:close/>
                </a:path>
                <a:path w="771525" h="771525">
                  <a:moveTo>
                    <a:pt x="770078" y="92151"/>
                  </a:moveTo>
                  <a:lnTo>
                    <a:pt x="568744" y="92151"/>
                  </a:lnTo>
                  <a:lnTo>
                    <a:pt x="612942" y="101116"/>
                  </a:lnTo>
                  <a:lnTo>
                    <a:pt x="649109" y="125539"/>
                  </a:lnTo>
                  <a:lnTo>
                    <a:pt x="673532" y="161706"/>
                  </a:lnTo>
                  <a:lnTo>
                    <a:pt x="682497" y="205905"/>
                  </a:lnTo>
                  <a:lnTo>
                    <a:pt x="682497" y="568756"/>
                  </a:lnTo>
                  <a:lnTo>
                    <a:pt x="673532" y="612955"/>
                  </a:lnTo>
                  <a:lnTo>
                    <a:pt x="649109" y="649122"/>
                  </a:lnTo>
                  <a:lnTo>
                    <a:pt x="612942" y="673544"/>
                  </a:lnTo>
                  <a:lnTo>
                    <a:pt x="568744" y="682510"/>
                  </a:lnTo>
                  <a:lnTo>
                    <a:pt x="770089" y="682510"/>
                  </a:lnTo>
                  <a:lnTo>
                    <a:pt x="771524" y="675486"/>
                  </a:lnTo>
                  <a:lnTo>
                    <a:pt x="771524" y="99214"/>
                  </a:lnTo>
                  <a:lnTo>
                    <a:pt x="770078" y="92151"/>
                  </a:lnTo>
                  <a:close/>
                </a:path>
              </a:pathLst>
            </a:custGeom>
            <a:solidFill>
              <a:srgbClr val="18181A"/>
            </a:solidFill>
          </p:spPr>
          <p:txBody>
            <a:bodyPr wrap="square" lIns="0" tIns="0" rIns="0" bIns="0" rtlCol="0"/>
            <a:lstStyle/>
            <a:p>
              <a:endParaRPr dirty="0"/>
            </a:p>
          </p:txBody>
        </p:sp>
      </p:grpSp>
      <p:sp>
        <p:nvSpPr>
          <p:cNvPr id="35" name="object 35"/>
          <p:cNvSpPr/>
          <p:nvPr/>
        </p:nvSpPr>
        <p:spPr>
          <a:xfrm>
            <a:off x="15957390" y="0"/>
            <a:ext cx="1807210" cy="5163185"/>
          </a:xfrm>
          <a:custGeom>
            <a:avLst/>
            <a:gdLst/>
            <a:ahLst/>
            <a:cxnLst/>
            <a:rect l="l" t="t" r="r" b="b"/>
            <a:pathLst>
              <a:path w="1807209" h="5163185">
                <a:moveTo>
                  <a:pt x="903461" y="5163006"/>
                </a:moveTo>
                <a:lnTo>
                  <a:pt x="0" y="5163006"/>
                </a:lnTo>
                <a:lnTo>
                  <a:pt x="0" y="0"/>
                </a:lnTo>
              </a:path>
              <a:path w="1807209" h="5163185">
                <a:moveTo>
                  <a:pt x="1807050" y="0"/>
                </a:moveTo>
                <a:lnTo>
                  <a:pt x="1807050" y="5163006"/>
                </a:lnTo>
                <a:lnTo>
                  <a:pt x="903461" y="5163006"/>
                </a:lnTo>
              </a:path>
            </a:pathLst>
          </a:custGeom>
          <a:ln w="76317">
            <a:solidFill>
              <a:srgbClr val="FFB700"/>
            </a:solidFill>
          </a:ln>
        </p:spPr>
        <p:txBody>
          <a:bodyPr wrap="square" lIns="0" tIns="0" rIns="0" bIns="0" rtlCol="0"/>
          <a:lstStyle/>
          <a:p>
            <a:endParaRPr/>
          </a:p>
        </p:txBody>
      </p:sp>
      <p:sp>
        <p:nvSpPr>
          <p:cNvPr id="36" name="object 36"/>
          <p:cNvSpPr/>
          <p:nvPr/>
        </p:nvSpPr>
        <p:spPr>
          <a:xfrm>
            <a:off x="0" y="8673122"/>
            <a:ext cx="5295265" cy="1614170"/>
          </a:xfrm>
          <a:custGeom>
            <a:avLst/>
            <a:gdLst/>
            <a:ahLst/>
            <a:cxnLst/>
            <a:rect l="l" t="t" r="r" b="b"/>
            <a:pathLst>
              <a:path w="5295265" h="1614170">
                <a:moveTo>
                  <a:pt x="0" y="1613875"/>
                </a:moveTo>
                <a:lnTo>
                  <a:pt x="0" y="0"/>
                </a:lnTo>
                <a:lnTo>
                  <a:pt x="5295175" y="0"/>
                </a:lnTo>
                <a:lnTo>
                  <a:pt x="5295175" y="1613875"/>
                </a:lnTo>
                <a:lnTo>
                  <a:pt x="0" y="1613875"/>
                </a:lnTo>
                <a:close/>
              </a:path>
            </a:pathLst>
          </a:custGeom>
          <a:solidFill>
            <a:srgbClr val="18181A"/>
          </a:solidFill>
        </p:spPr>
        <p:txBody>
          <a:bodyPr wrap="square" lIns="0" tIns="0" rIns="0" bIns="0" rtlCol="0"/>
          <a:lstStyle/>
          <a:p>
            <a:endParaRPr/>
          </a:p>
        </p:txBody>
      </p:sp>
      <p:sp>
        <p:nvSpPr>
          <p:cNvPr id="37" name="object 37"/>
          <p:cNvSpPr/>
          <p:nvPr/>
        </p:nvSpPr>
        <p:spPr>
          <a:xfrm>
            <a:off x="13680693" y="8673122"/>
            <a:ext cx="4606290" cy="266700"/>
          </a:xfrm>
          <a:custGeom>
            <a:avLst/>
            <a:gdLst/>
            <a:ahLst/>
            <a:cxnLst/>
            <a:rect l="l" t="t" r="r" b="b"/>
            <a:pathLst>
              <a:path w="4606290" h="266700">
                <a:moveTo>
                  <a:pt x="4605781" y="266699"/>
                </a:moveTo>
                <a:lnTo>
                  <a:pt x="0" y="266699"/>
                </a:lnTo>
                <a:lnTo>
                  <a:pt x="0" y="0"/>
                </a:lnTo>
                <a:lnTo>
                  <a:pt x="4605781" y="0"/>
                </a:lnTo>
                <a:lnTo>
                  <a:pt x="4605781" y="266699"/>
                </a:lnTo>
                <a:close/>
              </a:path>
            </a:pathLst>
          </a:custGeom>
          <a:solidFill>
            <a:srgbClr val="86808A"/>
          </a:solidFill>
        </p:spPr>
        <p:txBody>
          <a:bodyPr wrap="square" lIns="0" tIns="0" rIns="0" bIns="0" rtlCol="0"/>
          <a:lstStyle/>
          <a:p>
            <a:endParaRPr/>
          </a:p>
        </p:txBody>
      </p:sp>
      <p:sp>
        <p:nvSpPr>
          <p:cNvPr id="38" name="TextBox 37">
            <a:extLst>
              <a:ext uri="{FF2B5EF4-FFF2-40B4-BE49-F238E27FC236}">
                <a16:creationId xmlns:a16="http://schemas.microsoft.com/office/drawing/2014/main" id="{248A8F14-78E3-E5DD-FD98-E4AEAA4014DE}"/>
              </a:ext>
            </a:extLst>
          </p:cNvPr>
          <p:cNvSpPr txBox="1"/>
          <p:nvPr/>
        </p:nvSpPr>
        <p:spPr>
          <a:xfrm>
            <a:off x="11234198" y="3854358"/>
            <a:ext cx="4749640" cy="1815882"/>
          </a:xfrm>
          <a:prstGeom prst="rect">
            <a:avLst/>
          </a:prstGeom>
          <a:noFill/>
        </p:spPr>
        <p:txBody>
          <a:bodyPr wrap="square" rtlCol="0">
            <a:spAutoFit/>
          </a:bodyPr>
          <a:lstStyle/>
          <a:p>
            <a:r>
              <a:rPr lang="en-US" sz="2800" b="1" i="1" dirty="0"/>
              <a:t>arjavjain_2494</a:t>
            </a:r>
          </a:p>
          <a:p>
            <a:r>
              <a:rPr lang="en-US" sz="2800" b="1" i="1" dirty="0" err="1"/>
              <a:t>aggarwal_yash</a:t>
            </a:r>
            <a:endParaRPr lang="en-IN" sz="2800" b="1" i="1" dirty="0"/>
          </a:p>
          <a:p>
            <a:r>
              <a:rPr lang="en-US" sz="2800" b="1" i="1" dirty="0"/>
              <a:t>supersam9276</a:t>
            </a:r>
          </a:p>
          <a:p>
            <a:endParaRPr lang="en-US" sz="2800" b="1" i="1" dirty="0"/>
          </a:p>
        </p:txBody>
      </p:sp>
    </p:spTree>
    <p:extLst>
      <p:ext uri="{BB962C8B-B14F-4D97-AF65-F5344CB8AC3E}">
        <p14:creationId xmlns:p14="http://schemas.microsoft.com/office/powerpoint/2010/main" val="51167243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8181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594</TotalTime>
  <Words>943</Words>
  <Application>Microsoft Office PowerPoint</Application>
  <PresentationFormat>Custom</PresentationFormat>
  <Paragraphs>91</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Aptos Narrow</vt:lpstr>
      <vt:lpstr>Arial</vt:lpstr>
      <vt:lpstr>Arial Black</vt:lpstr>
      <vt:lpstr>Bookman Old Style</vt:lpstr>
      <vt:lpstr>Calibri</vt:lpstr>
      <vt:lpstr>Cooper Black</vt:lpstr>
      <vt:lpstr>Tahoma</vt:lpstr>
      <vt:lpstr>Verdana</vt:lpstr>
      <vt:lpstr>Office Theme</vt:lpstr>
      <vt:lpstr>Revolutionizing Healthcare: Developing an AI Model for Breast</vt:lpstr>
      <vt:lpstr>Introduction to AI in Healthcare</vt:lpstr>
      <vt:lpstr>PowerPoint Presentation</vt:lpstr>
      <vt:lpstr>PowerPoint Presentation</vt:lpstr>
      <vt:lpstr>AI Model Development Process</vt:lpstr>
      <vt:lpstr>Steps to Make the Model</vt:lpstr>
      <vt:lpstr>Visualization of the Features </vt:lpstr>
      <vt:lpstr>PowerPoint Presentation</vt:lpstr>
      <vt:lpstr>Techniques Used for the Project</vt:lpstr>
      <vt:lpstr>Decision Tree</vt:lpstr>
      <vt:lpstr>Random Forest Classifier</vt:lpstr>
      <vt:lpstr>Support Vector Classifier</vt:lpstr>
      <vt:lpstr>Neural Network</vt:lpstr>
      <vt:lpstr>Real time Usage of the Project</vt:lpstr>
      <vt:lpstr>Data Sources and Features</vt:lpstr>
      <vt:lpstr>Results and Impact</vt:lpstr>
      <vt:lpstr>Conclusion and Future Directions</vt:lpstr>
      <vt:lpstr>QNA Time</vt:lpstr>
      <vt:lpstr>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Pawan Jain</cp:lastModifiedBy>
  <cp:revision>4</cp:revision>
  <dcterms:created xsi:type="dcterms:W3CDTF">2024-07-31T05:23:37Z</dcterms:created>
  <dcterms:modified xsi:type="dcterms:W3CDTF">2024-08-01T05:22:26Z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2024-07-31T00:00:00Z</vt:filetime>
  </property>
  <property fmtid="{D5CDD505-2E9C-101B-9397-08002B2CF9AE}" pid="3" name="Creator">
    <vt:lpwstr>Chromium</vt:lpwstr>
  </property>
  <property fmtid="{D5CDD505-2E9C-101B-9397-08002B2CF9AE}" pid="4" name="LastSaved">
    <vt:filetime>2024-07-31T00:00:00Z</vt:filetime>
  </property>
  <property fmtid="{D5CDD505-2E9C-101B-9397-08002B2CF9AE}" pid="5" name="Producer">
    <vt:lpwstr>GPL Ghostscript 10.02.0</vt:lpwstr>
  </property>
</Properties>
</file>